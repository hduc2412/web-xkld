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84" r:id="rId3"/>
    <p:sldId id="309" r:id="rId4"/>
    <p:sldId id="310" r:id="rId5"/>
    <p:sldId id="289" r:id="rId6"/>
    <p:sldId id="294" r:id="rId7"/>
    <p:sldId id="295" r:id="rId8"/>
    <p:sldId id="301" r:id="rId9"/>
    <p:sldId id="303" r:id="rId10"/>
    <p:sldId id="311" r:id="rId11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A5824B7-252D-4DED-B88C-C49A7A992257}">
          <p14:sldIdLst>
            <p14:sldId id="256"/>
            <p14:sldId id="284"/>
            <p14:sldId id="309"/>
            <p14:sldId id="310"/>
            <p14:sldId id="289"/>
            <p14:sldId id="294"/>
            <p14:sldId id="295"/>
            <p14:sldId id="301"/>
            <p14:sldId id="303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guyễn Hồng Quân" userId="5de657db-601d-4544-8551-437b439d34a1" providerId="ADAL" clId="{32F896F0-EBDF-42FB-9E26-46926B3AD722}"/>
    <pc:docChg chg="undo custSel addSld delSld modSld modSection">
      <pc:chgData name="Nguyễn Hồng Quân" userId="5de657db-601d-4544-8551-437b439d34a1" providerId="ADAL" clId="{32F896F0-EBDF-42FB-9E26-46926B3AD722}" dt="2026-08-27T12:53:20.807" v="698" actId="47"/>
      <pc:docMkLst>
        <pc:docMk/>
      </pc:docMkLst>
      <pc:sldChg chg="modSp mod modAnim">
        <pc:chgData name="Nguyễn Hồng Quân" userId="5de657db-601d-4544-8551-437b439d34a1" providerId="ADAL" clId="{32F896F0-EBDF-42FB-9E26-46926B3AD722}" dt="2026-08-27T12:48:42.582" v="146"/>
        <pc:sldMkLst>
          <pc:docMk/>
          <pc:sldMk cId="4072888894" sldId="256"/>
        </pc:sldMkLst>
        <pc:spChg chg="mod">
          <ac:chgData name="Nguyễn Hồng Quân" userId="5de657db-601d-4544-8551-437b439d34a1" providerId="ADAL" clId="{32F896F0-EBDF-42FB-9E26-46926B3AD722}" dt="2026-08-27T12:48:01.241" v="78" actId="20577"/>
          <ac:spMkLst>
            <pc:docMk/>
            <pc:sldMk cId="4072888894" sldId="256"/>
            <ac:spMk id="2" creationId="{F844A9BA-6CE2-6329-D776-AC4A31BBDDDE}"/>
          </ac:spMkLst>
        </pc:spChg>
        <pc:spChg chg="mod">
          <ac:chgData name="Nguyễn Hồng Quân" userId="5de657db-601d-4544-8551-437b439d34a1" providerId="ADAL" clId="{32F896F0-EBDF-42FB-9E26-46926B3AD722}" dt="2026-08-27T12:48:42.582" v="146"/>
          <ac:spMkLst>
            <pc:docMk/>
            <pc:sldMk cId="4072888894" sldId="256"/>
            <ac:spMk id="3" creationId="{543F3F36-DC4B-B17C-B33E-038309D4B2E4}"/>
          </ac:spMkLst>
        </pc:spChg>
      </pc:sldChg>
      <pc:sldChg chg="del">
        <pc:chgData name="Nguyễn Hồng Quân" userId="5de657db-601d-4544-8551-437b439d34a1" providerId="ADAL" clId="{32F896F0-EBDF-42FB-9E26-46926B3AD722}" dt="2026-08-27T12:53:20.807" v="698" actId="47"/>
        <pc:sldMkLst>
          <pc:docMk/>
          <pc:sldMk cId="2025039774" sldId="275"/>
        </pc:sldMkLst>
      </pc:sldChg>
      <pc:sldChg chg="del">
        <pc:chgData name="Nguyễn Hồng Quân" userId="5de657db-601d-4544-8551-437b439d34a1" providerId="ADAL" clId="{32F896F0-EBDF-42FB-9E26-46926B3AD722}" dt="2026-08-27T12:53:05.039" v="688" actId="47"/>
        <pc:sldMkLst>
          <pc:docMk/>
          <pc:sldMk cId="291537606" sldId="278"/>
        </pc:sldMkLst>
      </pc:sldChg>
      <pc:sldChg chg="del">
        <pc:chgData name="Nguyễn Hồng Quân" userId="5de657db-601d-4544-8551-437b439d34a1" providerId="ADAL" clId="{32F896F0-EBDF-42FB-9E26-46926B3AD722}" dt="2026-08-27T12:53:06.743" v="693" actId="47"/>
        <pc:sldMkLst>
          <pc:docMk/>
          <pc:sldMk cId="1151812332" sldId="281"/>
        </pc:sldMkLst>
      </pc:sldChg>
      <pc:sldChg chg="modSp mod">
        <pc:chgData name="Nguyễn Hồng Quân" userId="5de657db-601d-4544-8551-437b439d34a1" providerId="ADAL" clId="{32F896F0-EBDF-42FB-9E26-46926B3AD722}" dt="2026-08-27T12:52:41.950" v="611" actId="20577"/>
        <pc:sldMkLst>
          <pc:docMk/>
          <pc:sldMk cId="1830971109" sldId="284"/>
        </pc:sldMkLst>
        <pc:spChg chg="mod">
          <ac:chgData name="Nguyễn Hồng Quân" userId="5de657db-601d-4544-8551-437b439d34a1" providerId="ADAL" clId="{32F896F0-EBDF-42FB-9E26-46926B3AD722}" dt="2026-08-27T12:52:41.950" v="611" actId="20577"/>
          <ac:spMkLst>
            <pc:docMk/>
            <pc:sldMk cId="1830971109" sldId="284"/>
            <ac:spMk id="3" creationId="{04F80091-A4DB-2604-817B-23A24698F578}"/>
          </ac:spMkLst>
        </pc:spChg>
      </pc:sldChg>
      <pc:sldChg chg="del">
        <pc:chgData name="Nguyễn Hồng Quân" userId="5de657db-601d-4544-8551-437b439d34a1" providerId="ADAL" clId="{32F896F0-EBDF-42FB-9E26-46926B3AD722}" dt="2026-08-27T12:50:37.954" v="474" actId="47"/>
        <pc:sldMkLst>
          <pc:docMk/>
          <pc:sldMk cId="2998563777" sldId="285"/>
        </pc:sldMkLst>
      </pc:sldChg>
      <pc:sldChg chg="del">
        <pc:chgData name="Nguyễn Hồng Quân" userId="5de657db-601d-4544-8551-437b439d34a1" providerId="ADAL" clId="{32F896F0-EBDF-42FB-9E26-46926B3AD722}" dt="2026-08-27T12:51:05.957" v="545" actId="47"/>
        <pc:sldMkLst>
          <pc:docMk/>
          <pc:sldMk cId="1008860461" sldId="286"/>
        </pc:sldMkLst>
      </pc:sldChg>
      <pc:sldChg chg="del">
        <pc:chgData name="Nguyễn Hồng Quân" userId="5de657db-601d-4544-8551-437b439d34a1" providerId="ADAL" clId="{32F896F0-EBDF-42FB-9E26-46926B3AD722}" dt="2026-08-27T12:51:06.379" v="546" actId="47"/>
        <pc:sldMkLst>
          <pc:docMk/>
          <pc:sldMk cId="4248232733" sldId="287"/>
        </pc:sldMkLst>
      </pc:sldChg>
      <pc:sldChg chg="del">
        <pc:chgData name="Nguyễn Hồng Quân" userId="5de657db-601d-4544-8551-437b439d34a1" providerId="ADAL" clId="{32F896F0-EBDF-42FB-9E26-46926B3AD722}" dt="2026-08-27T12:51:06.842" v="547" actId="47"/>
        <pc:sldMkLst>
          <pc:docMk/>
          <pc:sldMk cId="2018792054" sldId="288"/>
        </pc:sldMkLst>
      </pc:sldChg>
      <pc:sldChg chg="addSp modSp mod modClrScheme chgLayout">
        <pc:chgData name="Nguyễn Hồng Quân" userId="5de657db-601d-4544-8551-437b439d34a1" providerId="ADAL" clId="{32F896F0-EBDF-42FB-9E26-46926B3AD722}" dt="2026-08-27T12:52:34.126" v="590" actId="20577"/>
        <pc:sldMkLst>
          <pc:docMk/>
          <pc:sldMk cId="2554972263" sldId="289"/>
        </pc:sldMkLst>
        <pc:spChg chg="mod ord">
          <ac:chgData name="Nguyễn Hồng Quân" userId="5de657db-601d-4544-8551-437b439d34a1" providerId="ADAL" clId="{32F896F0-EBDF-42FB-9E26-46926B3AD722}" dt="2026-08-27T12:52:34.126" v="590" actId="20577"/>
          <ac:spMkLst>
            <pc:docMk/>
            <pc:sldMk cId="2554972263" sldId="289"/>
            <ac:spMk id="2" creationId="{C8B7D588-14ED-4EFF-7E2C-2C2A43AF853F}"/>
          </ac:spMkLst>
        </pc:spChg>
        <pc:spChg chg="add mod ord">
          <ac:chgData name="Nguyễn Hồng Quân" userId="5de657db-601d-4544-8551-437b439d34a1" providerId="ADAL" clId="{32F896F0-EBDF-42FB-9E26-46926B3AD722}" dt="2026-08-27T12:52:02.960" v="563" actId="700"/>
          <ac:spMkLst>
            <pc:docMk/>
            <pc:sldMk cId="2554972263" sldId="289"/>
            <ac:spMk id="3" creationId="{A7E3AB9D-8A53-40F7-BE83-61E1A2D58DBF}"/>
          </ac:spMkLst>
        </pc:spChg>
      </pc:sldChg>
      <pc:sldChg chg="del">
        <pc:chgData name="Nguyễn Hồng Quân" userId="5de657db-601d-4544-8551-437b439d34a1" providerId="ADAL" clId="{32F896F0-EBDF-42FB-9E26-46926B3AD722}" dt="2026-08-27T12:51:18.996" v="548" actId="47"/>
        <pc:sldMkLst>
          <pc:docMk/>
          <pc:sldMk cId="247755336" sldId="296"/>
        </pc:sldMkLst>
      </pc:sldChg>
      <pc:sldChg chg="del">
        <pc:chgData name="Nguyễn Hồng Quân" userId="5de657db-601d-4544-8551-437b439d34a1" providerId="ADAL" clId="{32F896F0-EBDF-42FB-9E26-46926B3AD722}" dt="2026-08-27T12:51:19.262" v="549" actId="47"/>
        <pc:sldMkLst>
          <pc:docMk/>
          <pc:sldMk cId="2095247690" sldId="297"/>
        </pc:sldMkLst>
      </pc:sldChg>
      <pc:sldChg chg="del">
        <pc:chgData name="Nguyễn Hồng Quân" userId="5de657db-601d-4544-8551-437b439d34a1" providerId="ADAL" clId="{32F896F0-EBDF-42FB-9E26-46926B3AD722}" dt="2026-08-27T12:51:19.824" v="550" actId="47"/>
        <pc:sldMkLst>
          <pc:docMk/>
          <pc:sldMk cId="3502110705" sldId="298"/>
        </pc:sldMkLst>
      </pc:sldChg>
      <pc:sldChg chg="del">
        <pc:chgData name="Nguyễn Hồng Quân" userId="5de657db-601d-4544-8551-437b439d34a1" providerId="ADAL" clId="{32F896F0-EBDF-42FB-9E26-46926B3AD722}" dt="2026-08-27T12:51:20.278" v="551" actId="47"/>
        <pc:sldMkLst>
          <pc:docMk/>
          <pc:sldMk cId="879113427" sldId="299"/>
        </pc:sldMkLst>
      </pc:sldChg>
      <pc:sldChg chg="del">
        <pc:chgData name="Nguyễn Hồng Quân" userId="5de657db-601d-4544-8551-437b439d34a1" providerId="ADAL" clId="{32F896F0-EBDF-42FB-9E26-46926B3AD722}" dt="2026-08-27T12:51:20.793" v="552" actId="47"/>
        <pc:sldMkLst>
          <pc:docMk/>
          <pc:sldMk cId="2266486121" sldId="300"/>
        </pc:sldMkLst>
      </pc:sldChg>
      <pc:sldChg chg="del">
        <pc:chgData name="Nguyễn Hồng Quân" userId="5de657db-601d-4544-8551-437b439d34a1" providerId="ADAL" clId="{32F896F0-EBDF-42FB-9E26-46926B3AD722}" dt="2026-08-27T12:51:28.503" v="554" actId="47"/>
        <pc:sldMkLst>
          <pc:docMk/>
          <pc:sldMk cId="937130508" sldId="302"/>
        </pc:sldMkLst>
      </pc:sldChg>
      <pc:sldChg chg="addSp delSp modSp mod modClrScheme chgLayout">
        <pc:chgData name="Nguyễn Hồng Quân" userId="5de657db-601d-4544-8551-437b439d34a1" providerId="ADAL" clId="{32F896F0-EBDF-42FB-9E26-46926B3AD722}" dt="2026-08-27T12:53:12.165" v="695" actId="700"/>
        <pc:sldMkLst>
          <pc:docMk/>
          <pc:sldMk cId="4129944851" sldId="303"/>
        </pc:sldMkLst>
        <pc:spChg chg="add del mod ord">
          <ac:chgData name="Nguyễn Hồng Quân" userId="5de657db-601d-4544-8551-437b439d34a1" providerId="ADAL" clId="{32F896F0-EBDF-42FB-9E26-46926B3AD722}" dt="2026-08-27T12:53:12.165" v="695" actId="700"/>
          <ac:spMkLst>
            <pc:docMk/>
            <pc:sldMk cId="4129944851" sldId="303"/>
            <ac:spMk id="2" creationId="{A752CE92-98EF-4044-A7C5-7245F8B8AB12}"/>
          </ac:spMkLst>
        </pc:spChg>
        <pc:spChg chg="add del mod ord">
          <ac:chgData name="Nguyễn Hồng Quân" userId="5de657db-601d-4544-8551-437b439d34a1" providerId="ADAL" clId="{32F896F0-EBDF-42FB-9E26-46926B3AD722}" dt="2026-08-27T12:53:12.165" v="695" actId="700"/>
          <ac:spMkLst>
            <pc:docMk/>
            <pc:sldMk cId="4129944851" sldId="303"/>
            <ac:spMk id="3" creationId="{8F46CF28-8690-4A8F-A886-28FEFE0F4B08}"/>
          </ac:spMkLst>
        </pc:spChg>
        <pc:spChg chg="mod ord">
          <ac:chgData name="Nguyễn Hồng Quân" userId="5de657db-601d-4544-8551-437b439d34a1" providerId="ADAL" clId="{32F896F0-EBDF-42FB-9E26-46926B3AD722}" dt="2026-08-27T12:53:12.165" v="695" actId="700"/>
          <ac:spMkLst>
            <pc:docMk/>
            <pc:sldMk cId="4129944851" sldId="303"/>
            <ac:spMk id="8" creationId="{4F136117-5C4D-6065-8CD8-E3307F07B469}"/>
          </ac:spMkLst>
        </pc:spChg>
      </pc:sldChg>
      <pc:sldChg chg="del">
        <pc:chgData name="Nguyễn Hồng Quân" userId="5de657db-601d-4544-8551-437b439d34a1" providerId="ADAL" clId="{32F896F0-EBDF-42FB-9E26-46926B3AD722}" dt="2026-08-27T12:51:21.137" v="553" actId="47"/>
        <pc:sldMkLst>
          <pc:docMk/>
          <pc:sldMk cId="1433630508" sldId="304"/>
        </pc:sldMkLst>
      </pc:sldChg>
      <pc:sldChg chg="del">
        <pc:chgData name="Nguyễn Hồng Quân" userId="5de657db-601d-4544-8551-437b439d34a1" providerId="ADAL" clId="{32F896F0-EBDF-42FB-9E26-46926B3AD722}" dt="2026-08-27T12:53:05.508" v="689" actId="47"/>
        <pc:sldMkLst>
          <pc:docMk/>
          <pc:sldMk cId="1908340171" sldId="305"/>
        </pc:sldMkLst>
      </pc:sldChg>
      <pc:sldChg chg="del">
        <pc:chgData name="Nguyễn Hồng Quân" userId="5de657db-601d-4544-8551-437b439d34a1" providerId="ADAL" clId="{32F896F0-EBDF-42FB-9E26-46926B3AD722}" dt="2026-08-27T12:53:05.758" v="690" actId="47"/>
        <pc:sldMkLst>
          <pc:docMk/>
          <pc:sldMk cId="949904025" sldId="306"/>
        </pc:sldMkLst>
      </pc:sldChg>
      <pc:sldChg chg="del">
        <pc:chgData name="Nguyễn Hồng Quân" userId="5de657db-601d-4544-8551-437b439d34a1" providerId="ADAL" clId="{32F896F0-EBDF-42FB-9E26-46926B3AD722}" dt="2026-08-27T12:53:05.962" v="691" actId="47"/>
        <pc:sldMkLst>
          <pc:docMk/>
          <pc:sldMk cId="3558237357" sldId="307"/>
        </pc:sldMkLst>
      </pc:sldChg>
      <pc:sldChg chg="del">
        <pc:chgData name="Nguyễn Hồng Quân" userId="5de657db-601d-4544-8551-437b439d34a1" providerId="ADAL" clId="{32F896F0-EBDF-42FB-9E26-46926B3AD722}" dt="2026-08-27T12:53:06.540" v="692" actId="47"/>
        <pc:sldMkLst>
          <pc:docMk/>
          <pc:sldMk cId="1790530204" sldId="308"/>
        </pc:sldMkLst>
      </pc:sldChg>
      <pc:sldChg chg="addSp delSp modSp new mod modClrScheme chgLayout">
        <pc:chgData name="Nguyễn Hồng Quân" userId="5de657db-601d-4544-8551-437b439d34a1" providerId="ADAL" clId="{32F896F0-EBDF-42FB-9E26-46926B3AD722}" dt="2026-08-27T12:51:57.905" v="562" actId="27636"/>
        <pc:sldMkLst>
          <pc:docMk/>
          <pc:sldMk cId="4277902413" sldId="309"/>
        </pc:sldMkLst>
        <pc:spChg chg="del mod ord">
          <ac:chgData name="Nguyễn Hồng Quân" userId="5de657db-601d-4544-8551-437b439d34a1" providerId="ADAL" clId="{32F896F0-EBDF-42FB-9E26-46926B3AD722}" dt="2026-08-27T12:51:44.025" v="556" actId="700"/>
          <ac:spMkLst>
            <pc:docMk/>
            <pc:sldMk cId="4277902413" sldId="309"/>
            <ac:spMk id="2" creationId="{E7301F17-84D1-4A43-A1D1-8EB8E604238F}"/>
          </ac:spMkLst>
        </pc:spChg>
        <pc:spChg chg="del mod ord">
          <ac:chgData name="Nguyễn Hồng Quân" userId="5de657db-601d-4544-8551-437b439d34a1" providerId="ADAL" clId="{32F896F0-EBDF-42FB-9E26-46926B3AD722}" dt="2026-08-27T12:51:44.025" v="556" actId="700"/>
          <ac:spMkLst>
            <pc:docMk/>
            <pc:sldMk cId="4277902413" sldId="309"/>
            <ac:spMk id="3" creationId="{1E5E48F3-C2CE-445B-BF35-FA94F3DA8963}"/>
          </ac:spMkLst>
        </pc:spChg>
        <pc:spChg chg="add mod ord">
          <ac:chgData name="Nguyễn Hồng Quân" userId="5de657db-601d-4544-8551-437b439d34a1" providerId="ADAL" clId="{32F896F0-EBDF-42FB-9E26-46926B3AD722}" dt="2026-08-27T12:51:57.905" v="562" actId="27636"/>
          <ac:spMkLst>
            <pc:docMk/>
            <pc:sldMk cId="4277902413" sldId="309"/>
            <ac:spMk id="4" creationId="{E2262B99-D76A-4815-B321-4AEBBAB4EEB4}"/>
          </ac:spMkLst>
        </pc:spChg>
        <pc:spChg chg="add mod ord">
          <ac:chgData name="Nguyễn Hồng Quân" userId="5de657db-601d-4544-8551-437b439d34a1" providerId="ADAL" clId="{32F896F0-EBDF-42FB-9E26-46926B3AD722}" dt="2026-08-27T12:51:44.025" v="556" actId="700"/>
          <ac:spMkLst>
            <pc:docMk/>
            <pc:sldMk cId="4277902413" sldId="309"/>
            <ac:spMk id="5" creationId="{ED8302D3-8C58-4243-8896-B9AD48BA0253}"/>
          </ac:spMkLst>
        </pc:spChg>
      </pc:sldChg>
      <pc:sldChg chg="addSp delSp modSp new mod modClrScheme chgLayout">
        <pc:chgData name="Nguyễn Hồng Quân" userId="5de657db-601d-4544-8551-437b439d34a1" providerId="ADAL" clId="{32F896F0-EBDF-42FB-9E26-46926B3AD722}" dt="2026-08-27T12:52:15.296" v="568" actId="700"/>
        <pc:sldMkLst>
          <pc:docMk/>
          <pc:sldMk cId="1702919470" sldId="310"/>
        </pc:sldMkLst>
        <pc:spChg chg="del mod ord">
          <ac:chgData name="Nguyễn Hồng Quân" userId="5de657db-601d-4544-8551-437b439d34a1" providerId="ADAL" clId="{32F896F0-EBDF-42FB-9E26-46926B3AD722}" dt="2026-08-27T12:52:15.296" v="568" actId="700"/>
          <ac:spMkLst>
            <pc:docMk/>
            <pc:sldMk cId="1702919470" sldId="310"/>
            <ac:spMk id="2" creationId="{123830B1-95A9-4B5C-B82D-E752A27DD2F1}"/>
          </ac:spMkLst>
        </pc:spChg>
        <pc:spChg chg="del mod ord">
          <ac:chgData name="Nguyễn Hồng Quân" userId="5de657db-601d-4544-8551-437b439d34a1" providerId="ADAL" clId="{32F896F0-EBDF-42FB-9E26-46926B3AD722}" dt="2026-08-27T12:52:15.296" v="568" actId="700"/>
          <ac:spMkLst>
            <pc:docMk/>
            <pc:sldMk cId="1702919470" sldId="310"/>
            <ac:spMk id="3" creationId="{6A48CCA9-40DC-481B-B7FF-1E88F8D87D55}"/>
          </ac:spMkLst>
        </pc:spChg>
        <pc:spChg chg="add mod ord">
          <ac:chgData name="Nguyễn Hồng Quân" userId="5de657db-601d-4544-8551-437b439d34a1" providerId="ADAL" clId="{32F896F0-EBDF-42FB-9E26-46926B3AD722}" dt="2026-08-27T12:52:15.296" v="568" actId="700"/>
          <ac:spMkLst>
            <pc:docMk/>
            <pc:sldMk cId="1702919470" sldId="310"/>
            <ac:spMk id="4" creationId="{777C1283-BBDD-4A4B-83D2-99E429BE4346}"/>
          </ac:spMkLst>
        </pc:spChg>
        <pc:spChg chg="add mod ord">
          <ac:chgData name="Nguyễn Hồng Quân" userId="5de657db-601d-4544-8551-437b439d34a1" providerId="ADAL" clId="{32F896F0-EBDF-42FB-9E26-46926B3AD722}" dt="2026-08-27T12:52:15.296" v="568" actId="700"/>
          <ac:spMkLst>
            <pc:docMk/>
            <pc:sldMk cId="1702919470" sldId="310"/>
            <ac:spMk id="5" creationId="{E0C69275-9296-4AD9-871E-D8CCB2ED1B07}"/>
          </ac:spMkLst>
        </pc:spChg>
      </pc:sldChg>
      <pc:sldChg chg="addSp delSp modSp new mod modClrScheme chgLayout">
        <pc:chgData name="Nguyễn Hồng Quân" userId="5de657db-601d-4544-8551-437b439d34a1" providerId="ADAL" clId="{32F896F0-EBDF-42FB-9E26-46926B3AD722}" dt="2026-08-27T12:53:18.647" v="697" actId="700"/>
        <pc:sldMkLst>
          <pc:docMk/>
          <pc:sldMk cId="3661087194" sldId="311"/>
        </pc:sldMkLst>
        <pc:spChg chg="del mod ord">
          <ac:chgData name="Nguyễn Hồng Quân" userId="5de657db-601d-4544-8551-437b439d34a1" providerId="ADAL" clId="{32F896F0-EBDF-42FB-9E26-46926B3AD722}" dt="2026-08-27T12:53:18.647" v="697" actId="700"/>
          <ac:spMkLst>
            <pc:docMk/>
            <pc:sldMk cId="3661087194" sldId="311"/>
            <ac:spMk id="2" creationId="{967E9EB9-9BA7-4DBD-BF94-177946E975B2}"/>
          </ac:spMkLst>
        </pc:spChg>
        <pc:spChg chg="del mod ord">
          <ac:chgData name="Nguyễn Hồng Quân" userId="5de657db-601d-4544-8551-437b439d34a1" providerId="ADAL" clId="{32F896F0-EBDF-42FB-9E26-46926B3AD722}" dt="2026-08-27T12:53:18.647" v="697" actId="700"/>
          <ac:spMkLst>
            <pc:docMk/>
            <pc:sldMk cId="3661087194" sldId="311"/>
            <ac:spMk id="3" creationId="{F8E9A428-E074-4F0A-8BE6-E2922C3D6369}"/>
          </ac:spMkLst>
        </pc:spChg>
        <pc:spChg chg="add mod ord">
          <ac:chgData name="Nguyễn Hồng Quân" userId="5de657db-601d-4544-8551-437b439d34a1" providerId="ADAL" clId="{32F896F0-EBDF-42FB-9E26-46926B3AD722}" dt="2026-08-27T12:53:18.647" v="697" actId="700"/>
          <ac:spMkLst>
            <pc:docMk/>
            <pc:sldMk cId="3661087194" sldId="311"/>
            <ac:spMk id="4" creationId="{7F4D99CB-0342-491F-A307-8D1925F1FCC0}"/>
          </ac:spMkLst>
        </pc:spChg>
        <pc:spChg chg="add mod ord">
          <ac:chgData name="Nguyễn Hồng Quân" userId="5de657db-601d-4544-8551-437b439d34a1" providerId="ADAL" clId="{32F896F0-EBDF-42FB-9E26-46926B3AD722}" dt="2026-08-27T12:53:18.647" v="697" actId="700"/>
          <ac:spMkLst>
            <pc:docMk/>
            <pc:sldMk cId="3661087194" sldId="311"/>
            <ac:spMk id="5" creationId="{7217D990-EC5B-4A54-A5E8-C673BAC37A98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9EBEB-0969-A25E-3080-C0ED7342A0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51111" y="2444620"/>
            <a:ext cx="8680984" cy="2029667"/>
          </a:xfrm>
        </p:spPr>
        <p:txBody>
          <a:bodyPr anchor="b">
            <a:normAutofit/>
          </a:bodyPr>
          <a:lstStyle>
            <a:lvl1pPr algn="ctr">
              <a:defRPr sz="40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vi-V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621D9E-FC78-B45B-161C-4AA450294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51111" y="4860032"/>
            <a:ext cx="7772399" cy="1441330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E4068B-965C-452D-AEFE-D6F6BCDA00EA}"/>
              </a:ext>
            </a:extLst>
          </p:cNvPr>
          <p:cNvCxnSpPr/>
          <p:nvPr/>
        </p:nvCxnSpPr>
        <p:spPr>
          <a:xfrm>
            <a:off x="3051111" y="4584700"/>
            <a:ext cx="8680984" cy="0"/>
          </a:xfrm>
          <a:prstGeom prst="line">
            <a:avLst/>
          </a:prstGeom>
          <a:ln w="47625">
            <a:solidFill>
              <a:srgbClr val="F7B75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" name="Half Frame 4">
            <a:extLst>
              <a:ext uri="{FF2B5EF4-FFF2-40B4-BE49-F238E27FC236}">
                <a16:creationId xmlns:a16="http://schemas.microsoft.com/office/drawing/2014/main" id="{D41F3E50-FCBD-4FD9-A96D-477A3285597B}"/>
              </a:ext>
            </a:extLst>
          </p:cNvPr>
          <p:cNvSpPr/>
          <p:nvPr userDrawn="1"/>
        </p:nvSpPr>
        <p:spPr>
          <a:xfrm>
            <a:off x="3045295" y="4609322"/>
            <a:ext cx="8686799" cy="239785"/>
          </a:xfrm>
          <a:prstGeom prst="halfFram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197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99378-7928-5338-FE0D-A30E92E0F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336"/>
            <a:ext cx="11008807" cy="610701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C0000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766D6-7EB9-8C98-7C6F-AD4E09FB5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85720"/>
            <a:ext cx="11008807" cy="5191230"/>
          </a:xfrm>
        </p:spPr>
        <p:txBody>
          <a:bodyPr/>
          <a:lstStyle>
            <a:lvl1pPr marL="228600" indent="-228600"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v"/>
              <a:defRPr sz="3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buClr>
                <a:schemeClr val="accent1">
                  <a:lumMod val="50000"/>
                </a:schemeClr>
              </a:buClr>
              <a:buFont typeface="Wingdings" panose="05000000000000000000" pitchFamily="2" charset="2"/>
              <a:buChar char="§"/>
              <a:defRPr sz="27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buClr>
                <a:schemeClr val="accent1">
                  <a:lumMod val="50000"/>
                </a:schemeClr>
              </a:buClr>
              <a:defRPr sz="25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buClrTx/>
              <a:defRPr/>
            </a:lvl4pPr>
            <a:lvl5pPr>
              <a:buClrTx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B010A-678A-4078-620E-3AB8B4555F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49930" y="6422538"/>
            <a:ext cx="1557495" cy="365125"/>
          </a:xfrm>
        </p:spPr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D6D9D-E0C2-194E-7BD2-69ACDA07D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69378" y="6422539"/>
            <a:ext cx="5522424" cy="365125"/>
          </a:xfrm>
        </p:spPr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923D0B-34EF-0996-BBAF-BAF9F14E9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2074" y="6422539"/>
            <a:ext cx="1024933" cy="365125"/>
          </a:xfrm>
        </p:spPr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7C159AB-4E0C-4BC0-802A-C53C1F14C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4" y="5927325"/>
            <a:ext cx="781050" cy="7810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AC3D6C-5272-4FCF-A408-737D8789E51A}"/>
              </a:ext>
            </a:extLst>
          </p:cNvPr>
          <p:cNvSpPr txBox="1"/>
          <p:nvPr/>
        </p:nvSpPr>
        <p:spPr>
          <a:xfrm>
            <a:off x="838201" y="6116928"/>
            <a:ext cx="2200274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TRƯỜNG ĐHCN VIỆT – HUNG</a:t>
            </a:r>
          </a:p>
          <a:p>
            <a:pPr algn="l"/>
            <a:r>
              <a:rPr lang="en-US" sz="1050" b="0" dirty="0"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111FDC-A44A-4D15-B2B7-441B63D947F0}"/>
              </a:ext>
            </a:extLst>
          </p:cNvPr>
          <p:cNvCxnSpPr>
            <a:cxnSpLocks/>
          </p:cNvCxnSpPr>
          <p:nvPr/>
        </p:nvCxnSpPr>
        <p:spPr>
          <a:xfrm>
            <a:off x="838200" y="760845"/>
            <a:ext cx="11008807" cy="0"/>
          </a:xfrm>
          <a:prstGeom prst="line">
            <a:avLst/>
          </a:prstGeom>
          <a:ln w="47625">
            <a:solidFill>
              <a:srgbClr val="F7B75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363279C-13F5-4E3C-B708-5FD73BCA62E0}"/>
              </a:ext>
            </a:extLst>
          </p:cNvPr>
          <p:cNvCxnSpPr>
            <a:cxnSpLocks/>
          </p:cNvCxnSpPr>
          <p:nvPr/>
        </p:nvCxnSpPr>
        <p:spPr>
          <a:xfrm>
            <a:off x="3219450" y="6320830"/>
            <a:ext cx="8640734" cy="0"/>
          </a:xfrm>
          <a:prstGeom prst="line">
            <a:avLst/>
          </a:prstGeom>
          <a:ln w="47625">
            <a:solidFill>
              <a:srgbClr val="F7B75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103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50668-45F7-9477-015F-DBF4A2BCB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337932"/>
            <a:ext cx="7272808" cy="2087216"/>
          </a:xfrm>
        </p:spPr>
        <p:txBody>
          <a:bodyPr anchor="b">
            <a:normAutofit/>
          </a:bodyPr>
          <a:lstStyle>
            <a:lvl1pPr>
              <a:defRPr sz="40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vi-V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58F3E-F6C5-7206-824E-AA3A95A4F3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7408" y="3197561"/>
            <a:ext cx="7272808" cy="3399791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600">
                <a:solidFill>
                  <a:schemeClr val="tx2">
                    <a:lumMod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9EDD2FF-DED4-4E60-9EA6-18134E7BCD13}"/>
              </a:ext>
            </a:extLst>
          </p:cNvPr>
          <p:cNvCxnSpPr>
            <a:cxnSpLocks/>
          </p:cNvCxnSpPr>
          <p:nvPr/>
        </p:nvCxnSpPr>
        <p:spPr>
          <a:xfrm>
            <a:off x="767408" y="2780838"/>
            <a:ext cx="7272808" cy="0"/>
          </a:xfrm>
          <a:prstGeom prst="line">
            <a:avLst/>
          </a:prstGeom>
          <a:ln w="47625">
            <a:solidFill>
              <a:srgbClr val="F7B75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4537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8152F-D4CD-79F1-790A-E0E27D23F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4F3D1-7BA8-85EB-58A6-CD81E7B5D8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A7D71C-4510-3462-286E-572D388808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08144-5496-CF94-EA71-41573613C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0D7191-E748-54F2-4D3F-0C481812F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7DF99-8A15-5189-6DC3-A91B3918B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16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2BCA1-BD84-2C7C-F9D6-3830A2CBC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344" y="44624"/>
            <a:ext cx="11162456" cy="623713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vi-V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289A0-18F1-7C47-2E1E-30E12C6C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876896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E6891-E4AD-85D7-1628-5D6789061C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67494"/>
            <a:ext cx="5157787" cy="4322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820BC7-451A-7ABA-748D-77F143651C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396" y="876896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F6FE71-FD31-6CAB-D845-9643CBFBFD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867496"/>
            <a:ext cx="5183188" cy="43221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C4489-0AED-E4A4-A89A-9D3403C1B7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91744" y="6394450"/>
            <a:ext cx="1368152" cy="365125"/>
          </a:xfrm>
        </p:spPr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B89D32-EB02-2C3C-2E4A-C4BABF44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75920" y="6403975"/>
            <a:ext cx="4518379" cy="365125"/>
          </a:xfrm>
        </p:spPr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76B6F6-AEBE-9D12-A686-62F0AC23B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28448" y="6394450"/>
            <a:ext cx="1225352" cy="365125"/>
          </a:xfrm>
        </p:spPr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7BFE55-F477-499B-BA6F-F40E3DCDC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4" y="5965425"/>
            <a:ext cx="781050" cy="7810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36C6E0-BB66-464A-9348-BF02519EB06E}"/>
              </a:ext>
            </a:extLst>
          </p:cNvPr>
          <p:cNvSpPr txBox="1"/>
          <p:nvPr/>
        </p:nvSpPr>
        <p:spPr>
          <a:xfrm>
            <a:off x="838201" y="6155028"/>
            <a:ext cx="2453640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TRƯỜNG ĐHCN VIỆT – HUNG</a:t>
            </a:r>
          </a:p>
          <a:p>
            <a:pPr algn="ctr"/>
            <a:r>
              <a:rPr lang="en-US" sz="1050" b="0" dirty="0"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A0BDCB8-E79C-4EF3-A6DB-78F45B7DBA6B}"/>
              </a:ext>
            </a:extLst>
          </p:cNvPr>
          <p:cNvCxnSpPr>
            <a:cxnSpLocks/>
          </p:cNvCxnSpPr>
          <p:nvPr/>
        </p:nvCxnSpPr>
        <p:spPr>
          <a:xfrm>
            <a:off x="3383280" y="6320830"/>
            <a:ext cx="7969304" cy="0"/>
          </a:xfrm>
          <a:prstGeom prst="line">
            <a:avLst/>
          </a:prstGeom>
          <a:ln w="47625">
            <a:solidFill>
              <a:srgbClr val="F7B75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087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C6E66-319A-1215-98E1-7A351E808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CA1B2C-1541-DEB5-E1B4-B14200E55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D2EC3-2CD7-DEA3-C993-12C341F70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1668F-33B3-94B6-8F5E-4967B0A79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19499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E272D4-BA3A-051A-6B42-3E5F9A8BC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62867C-A7E1-4D4C-E4FD-211B38C00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1F940F-130F-AB61-2F0A-98015CB11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29418018"/>
      </p:ext>
    </p:extLst>
  </p:cSld>
  <p:clrMapOvr>
    <a:masterClrMapping/>
  </p:clrMapOvr>
  <p:transition>
    <p:random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CEEB6-60B5-880A-83DA-312666570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203F7-BF9B-6A79-2933-5D00C8548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D3BA-A837-C6E6-B90D-190F4CEF03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11A1C-7032-FE2B-3E4D-541197461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BB6C3-25B9-4CA2-6931-78C5C3D98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62A3E-5B18-28D8-5707-3F6181A15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56626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7C01D-BC44-1F5E-54E5-BDFA2E390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0DB936-0EC5-BCB2-948D-5AD7241B93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7D352-4D42-C232-1035-ACA06D992E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0953CA-88AB-8967-738C-BB2FA5F5E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5F1-A966-40AD-3397-9EC6F0172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F2A41-64ED-D63D-2495-81487E86E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7588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FAD81-8805-407D-1A1F-D1B496360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18FC8A-8A1F-5FA0-9980-B8E168B491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2FE935-E6BB-4A36-95EE-27B97DDE3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0BDEA9-8A30-13D3-03E3-525ABA824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27FA8-0B21-5D02-0BDF-ABF3F6F7A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41527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767EB-517D-29F1-7DB7-BEF56825B7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7DE87C-C932-A712-04A1-E6E4DE51A0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D8FC9-7303-3F78-729C-91E25F5B4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FDF57-B34F-117A-A3FE-6D1F77841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6E8E-CBFB-C6D5-B463-3201E0B8B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903782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E15A2D-757E-15B9-013E-DA9A64919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86FCD-022D-7575-8DDF-93DBD787B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57A0A-D05D-C643-932D-283F053DCE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82F6FA-1E37-4420-AED0-A0FF255AAF4F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8A4F6-B6DE-8621-044A-924B4B1C1F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8D2299-26A4-0C87-B6B2-FA2ABE44FA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D90AC4-89D3-4189-9A4F-940BB31DDED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94628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4A9BA-6CE2-6329-D776-AC4A31BBDD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32450" y="2425959"/>
            <a:ext cx="8864082" cy="2048328"/>
          </a:xfrm>
        </p:spPr>
        <p:txBody>
          <a:bodyPr>
            <a:norm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1B1B1B"/>
                </a:solidFill>
                <a:latin typeface="Times New Roman"/>
              </a:rPr>
              <a:t>Báo cáo tiến độ ĐATN</a:t>
            </a:r>
            <a:endParaRPr lang="vi-VN" dirty="0"/>
          </a:p>
          <a:p>
            <a:pPr algn="l">
              <a:spcAft>
                <a:spcPts val="1000"/>
              </a:spcAft>
            </a:pPr>
            <a:r>
              <a:rPr sz="3000" b="1">
                <a:solidFill>
                  <a:srgbClr val="1B1B1B"/>
                </a:solidFill>
                <a:latin typeface="Times New Roman"/>
              </a:rPr>
              <a:t>Xây dựng hệ thống AI hỗ trợ tư vấn, định hướng hồ sơ và quản trị tuyển dụng điều dưỡng Nhật Bản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3F3F36-DC4B-B17C-B33E-038309D4B2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55555"/>
                </a:solidFill>
                <a:latin typeface="Times New Roman"/>
              </a:rPr>
              <a:t>Sinh viên thực hiện: Hoàng Minh Đức — 2200583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55555"/>
                </a:solidFill>
                <a:latin typeface="Times New Roman"/>
              </a:rPr>
              <a:t>Giảng viên hướng dẫn: TS. Nguyễn Hồng Quân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55555"/>
                </a:solidFill>
                <a:latin typeface="Times New Roman"/>
              </a:rPr>
              <a:t>Lớp K4658 - CNTT · Tháng 9 năm 2026</a:t>
            </a:r>
          </a:p>
        </p:txBody>
      </p:sp>
    </p:spTree>
    <p:extLst>
      <p:ext uri="{BB962C8B-B14F-4D97-AF65-F5344CB8AC3E}">
        <p14:creationId xmlns:p14="http://schemas.microsoft.com/office/powerpoint/2010/main" val="4072888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607FF-A1F5-C829-18B7-E36D44698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40EE7-3189-C404-DEF9-90C955DD2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B1B1B"/>
                </a:solidFill>
                <a:latin typeface="Times New Roman"/>
              </a:rPr>
              <a:t>Nội dung chính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80091-A4DB-2604-817B-23A24698F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85720"/>
            <a:ext cx="11082556" cy="5191230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sz="2400" b="0">
                <a:solidFill>
                  <a:srgbClr val="1B1B1B"/>
                </a:solidFill>
                <a:latin typeface="Times New Roman"/>
              </a:rPr>
              <a:t>Nội dung trình bày trong cuộc họp trước</a:t>
            </a:r>
            <a:endParaRPr lang="vi-VN" dirty="0"/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1B1B1B"/>
                </a:solidFill>
                <a:latin typeface="Times New Roman"/>
              </a:rPr>
              <a:t>Các nội dung thực hiện và kết quả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1B1B1B"/>
                </a:solidFill>
                <a:latin typeface="Times New Roman"/>
              </a:rPr>
              <a:t>Kế hoạch công việc tiếp theo</a:t>
            </a:r>
          </a:p>
        </p:txBody>
      </p:sp>
    </p:spTree>
    <p:extLst>
      <p:ext uri="{BB962C8B-B14F-4D97-AF65-F5344CB8AC3E}">
        <p14:creationId xmlns:p14="http://schemas.microsoft.com/office/powerpoint/2010/main" val="1830971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262B99-D76A-4815-B321-4AEBBAB4E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B1B1B"/>
                </a:solidFill>
                <a:latin typeface="Times New Roman"/>
              </a:rPr>
              <a:t>Nội dung trình bày trong cuộc họp trước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8302D3-8C58-4243-8896-B9AD48BA0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  <a:latin typeface="Times New Roman"/>
              </a:rPr>
              <a:t>Phát biểu bài toán, phạm vi đề tài và thiết kế dự kiến.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902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C1283-BBDD-4A4B-83D2-99E429BE4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Times New Roman"/>
              </a:rPr>
              <a:t>Những nội dung đã trình bày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C69275-9296-4AD9-871E-D8CCB2ED1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Bài toán: dữ liệu ứng viên nằm rải rác trong CV, biểu mẫu và hội thoại; nhân viên phải hỏi lại và đối chiếu điều kiện bằng trí nhớ.</a:t>
            </a:r>
            <a:endParaRPr lang="en-US"/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Bốn điểm nghẽn của quy trình thủ công: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1B1B1B"/>
                </a:solidFill>
                <a:latin typeface="Times New Roman"/>
              </a:rPr>
              <a:t>Lặp lại câu hỏi cơ bản, phần lớn phát sinh ngoài giờ hành chính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1B1B1B"/>
                </a:solidFill>
                <a:latin typeface="Times New Roman"/>
              </a:rPr>
              <a:t>Dữ liệu phân tán, mất mát khi chuyển người phụ trách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1B1B1B"/>
                </a:solidFill>
                <a:latin typeface="Times New Roman"/>
              </a:rPr>
              <a:t>Đối chiếu điều kiện bằng trí nhớ, không giải trình được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1B1B1B"/>
                </a:solidFill>
                <a:latin typeface="Times New Roman"/>
              </a:rPr>
              <a:t>Ứng viên không biết hồ sơ của mình đang ở bước nào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Phạm vi: giới hạn ở ngành điều dưỡng và hộ lý Nhật Bản; không làm tiếp quản hội thoại trực tiếp, không tích hợp mạng xã hội.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Thiết kế dự kiến: kiến trúc bốn khối, cơ sở dữ liệu nghiệp vụ, và nguyên tắc mô hình ngôn ngữ không ra quyết định nghiệp vụ.</a:t>
            </a:r>
          </a:p>
        </p:txBody>
      </p:sp>
    </p:spTree>
    <p:extLst>
      <p:ext uri="{BB962C8B-B14F-4D97-AF65-F5344CB8AC3E}">
        <p14:creationId xmlns:p14="http://schemas.microsoft.com/office/powerpoint/2010/main" val="1702919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82D10-17E1-0E7B-9344-6849D884A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7D588-14ED-4EFF-7E2C-2C2A43AF8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1B1B1B"/>
                </a:solidFill>
                <a:latin typeface="Times New Roman"/>
              </a:rPr>
              <a:t>Các nội dung thực hiện và kết quả</a:t>
            </a:r>
            <a:endParaRPr lang="vi-VN" sz="5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E3AB9D-8A53-40F7-BE83-61E1A2D58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  <a:latin typeface="Times New Roman"/>
              </a:rPr>
              <a:t>Phần đã dựng xong và chạy được, kèm kết quả kiểm thử.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972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5FF7C-C4C5-340D-2EA3-214C4C957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B85DD-7A2B-05DC-1B7F-6A70F7BEB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749" y="128887"/>
            <a:ext cx="11008807" cy="610701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Times New Roman"/>
              </a:rPr>
              <a:t>Kiến trúc hệ thống — bốn khối trên ba mặt phẳng</a:t>
            </a:r>
            <a:endParaRPr lang="vi-VN" dirty="0"/>
          </a:p>
        </p:txBody>
      </p:sp>
      <p:pic>
        <p:nvPicPr>
          <p:cNvPr id="3" name="Picture 2" descr="fig_2_1_kien_truc_he_th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53" y="900669"/>
            <a:ext cx="12129247" cy="595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24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25931-5940-8E22-160A-D7365C88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ED3F5-A424-F9EB-B4F4-794560095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749" y="128887"/>
            <a:ext cx="11008807" cy="610701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Times New Roman"/>
              </a:rPr>
              <a:t>Chuỗi nghiệp vụ đã dựng xong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FB31E-57AF-199D-6903-DA91AFE70F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85720"/>
            <a:ext cx="11082556" cy="5191230"/>
          </a:xfrm>
        </p:spPr>
        <p:txBody>
          <a:bodyPr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B1B1B"/>
                </a:solidFill>
                <a:latin typeface="Times New Roman"/>
              </a:rPr>
              <a:t>Trợ lý hỏi đáp theo tài liệu doanh nghiệp, có dẫn nguồn và từ chối khi không đủ căn cứ.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B1B1B"/>
                </a:solidFill>
                <a:latin typeface="Times New Roman"/>
              </a:rPr>
              <a:t>Danh mục đơn tuyển dụng: khai báo, nhập hàng loạt từ bảng tính, vòng đời mười ba trạng thái có ràng buộc chuyển tiếp.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B1B1B"/>
                </a:solidFill>
                <a:latin typeface="Times New Roman"/>
              </a:rPr>
              <a:t>Đọc hồ sơ CV thành hồ sơ có cấu trúc; mỗi ô mang theo nguồn và trích dẫn gốc, ứng viên xác nhận trước khi đem đối chiếu.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B1B1B"/>
                </a:solidFill>
                <a:latin typeface="Times New Roman"/>
              </a:rPr>
              <a:t>Bộ đối chiếu thuần quy tắc: bảy điều kiện bắt buộc, bốn tiêu chí nguyện vọng. Điều chưa biết không loại ai.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B1B1B"/>
                </a:solidFill>
                <a:latin typeface="Times New Roman"/>
              </a:rPr>
              <a:t>Đăng ký sơ bộ kèm phiếu tóm tắt tư vấn, hàng đợi bàn giao cho nhân viên.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B1B1B"/>
                </a:solidFill>
                <a:latin typeface="Times New Roman"/>
              </a:rPr>
              <a:t>Website khách hàng và hệ khách hàng có đăng nhập để ứng viên tự theo dõi trạng thái hồ sơ của mình.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B1B1B"/>
                </a:solidFill>
                <a:latin typeface="Times New Roman"/>
              </a:rPr>
              <a:t>Đóng gói Docker: sáu dịch vụ dựng lại trên máy khác bằng một lệnh.</a:t>
            </a:r>
          </a:p>
        </p:txBody>
      </p:sp>
    </p:spTree>
    <p:extLst>
      <p:ext uri="{BB962C8B-B14F-4D97-AF65-F5344CB8AC3E}">
        <p14:creationId xmlns:p14="http://schemas.microsoft.com/office/powerpoint/2010/main" val="3015157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C98E-FB73-8315-B5A3-04461DE68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EB518-FDF0-0143-0B44-CE49ACAD6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749" y="128887"/>
            <a:ext cx="11008807" cy="610701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Times New Roman"/>
              </a:rPr>
              <a:t>Kết quả kiểm thử tự động</a:t>
            </a:r>
            <a:endParaRPr lang="vi-V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42350-9A5E-6B36-5C2C-B29E678F92D4}"/>
              </a:ext>
            </a:extLst>
          </p:cNvPr>
          <p:cNvSpPr txBox="1"/>
          <p:nvPr/>
        </p:nvSpPr>
        <p:spPr>
          <a:xfrm>
            <a:off x="4150585" y="82463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B32D2D"/>
                </a:solidFill>
                <a:latin typeface="Times New Roman"/>
              </a:rPr>
              <a:t>617 ca kiểm thử, tất cả đạt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33515" y="1286300"/>
          <a:ext cx="9811840" cy="4704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078"/>
                <a:gridCol w="981184"/>
                <a:gridCol w="6279578"/>
              </a:tblGrid>
              <a:tr h="94099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1B1B"/>
                          </a:solidFill>
                          <a:latin typeface="Times New Roman"/>
                        </a:rPr>
                        <a:t>Nhóm kiểm thử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B1B1B"/>
                          </a:solidFill>
                          <a:latin typeface="Times New Roman"/>
                        </a:rPr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1B1B"/>
                          </a:solidFill>
                          <a:latin typeface="Times New Roman"/>
                        </a:rPr>
                        <a:t>Kiểm điều gì</a:t>
                      </a:r>
                    </a:p>
                  </a:txBody>
                  <a:tcPr/>
                </a:tc>
              </a:tr>
              <a:tr h="94099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Bộ đối chiếu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285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Bảy tiêu chí cứng, bốn tiêu chí mềm, tính tất định, thứ tự xếp hạng</a:t>
                      </a:r>
                    </a:p>
                  </a:txBody>
                  <a:tcPr/>
                </a:tc>
              </a:tr>
              <a:tr h="94099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Đọc CV, đăng ký, hàng đợi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Bóc tách có căn cứ, chuỗi chốt chặn khi đăng ký, bàn giao hồ sơ</a:t>
                      </a:r>
                    </a:p>
                  </a:txBody>
                  <a:tcPr/>
                </a:tc>
              </a:tr>
              <a:tr h="94099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Hệ khách hàng, mật khẩu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Hai loại phiên không dùng lẫn, ứng viên chỉ thấy hồ sơ của mình</a:t>
                      </a:r>
                    </a:p>
                  </a:txBody>
                  <a:tcPr/>
                </a:tc>
              </a:tr>
              <a:tr h="94099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Hội thoại, truy xuất, nền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B1B"/>
                          </a:solidFill>
                          <a:latin typeface="Times New Roman"/>
                        </a:rPr>
                        <a:t>Phân loại ý định, chọn đoạn ngữ cảnh, kiểm chứng câu trả lời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2119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1287-A841-20BF-E5B6-4A24D195C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F136117-5C4D-6065-8CD8-E3307F07B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1B1B1B"/>
                </a:solidFill>
                <a:latin typeface="Times New Roman"/>
              </a:rPr>
              <a:t>Kế hoạch công việc tiếp theo</a:t>
            </a:r>
            <a:endParaRPr lang="en-US" sz="50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52CE92-98EF-4044-A7C5-7245F8B8A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  <a:latin typeface="Times New Roman"/>
              </a:rPr>
              <a:t>Việc trong hai tuần tới và tiêu chí xem là xong.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44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4D99CB-0342-491F-A307-8D1925F1F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Times New Roman"/>
              </a:rPr>
              <a:t>Hai tuần tới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217D990-EC5B-4A54-A5E8-C673BAC37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Mở rộng bộ hồ sơ CV kiểm chứng — đủ mẫu để công bố tỷ lệ rút trường đúng bằng số liệu thay vì bằng nhận định.</a:t>
            </a:r>
            <a:endParaRPr lang="en-US"/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Làm sạch kho tài liệu — bỏ các đoạn lẫn rác nhận dạng ảnh, rà lại số điện thoại trong kho.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Nối màn hình quản lý kho tri thức vào dữ liệu thật — ba thẻ số trên màn hình phải khớp số đếm thật trong kho vector.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Chạy trọn kịch bản trình diễn từ người lạ tới hồ sơ bàn giao.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B1B1B"/>
                </a:solidFill>
                <a:latin typeface="Times New Roman"/>
              </a:rPr>
              <a:t>Hoàn thiện báo cáo và bộ slide bảo vệ.</a:t>
            </a:r>
          </a:p>
        </p:txBody>
      </p:sp>
    </p:spTree>
    <p:extLst>
      <p:ext uri="{BB962C8B-B14F-4D97-AF65-F5344CB8AC3E}">
        <p14:creationId xmlns:p14="http://schemas.microsoft.com/office/powerpoint/2010/main" val="3661087194"/>
      </p:ext>
    </p:extLst>
  </p:cSld>
  <p:clrMapOvr>
    <a:masterClrMapping/>
  </p:clrMapOvr>
</p:sld>
</file>

<file path=ppt/theme/theme1.xml><?xml version="1.0" encoding="utf-8"?>
<a:theme xmlns:a="http://schemas.openxmlformats.org/drawingml/2006/main" name="ICTF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CTF_Theme" id="{AC3BDF90-52B4-4B47-B9F2-2B84B80A2E73}" vid="{541EE071-3F9A-4BB6-AE38-7CBF59D7DFB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ICTF_Theme</Template>
  <TotalTime>900</TotalTime>
  <Words>326</Words>
  <Application>Microsoft Office PowerPoint</Application>
  <PresentationFormat>Widescreen</PresentationFormat>
  <Paragraphs>63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Wingdings</vt:lpstr>
      <vt:lpstr>ICTF_Theme</vt:lpstr>
      <vt:lpstr>Báo cáo tiến độ ĐATN (lần 1) [Tên đề tài]</vt:lpstr>
      <vt:lpstr>Nội dung chính</vt:lpstr>
      <vt:lpstr>Nội dung trình bày trong cuộc họp trước (2 tuần trước, nếu là báo cáo từ lần 2 trở đi)</vt:lpstr>
      <vt:lpstr>PowerPoint Presentation</vt:lpstr>
      <vt:lpstr>Các nội dung thực hiện vè kết quả</vt:lpstr>
      <vt:lpstr>Sơ đồ mô tả luồng xử lý của hệ thống</vt:lpstr>
      <vt:lpstr>Modul giám sát lưu lượng phương tiện</vt:lpstr>
      <vt:lpstr>Modul giám sát lưu lượng phương tiện</vt:lpstr>
      <vt:lpstr>Kế hoạch công việ tieeeps theo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Chương 1. TỔNG QUAN LẬP TRÌNH DI ĐỘNG, LẬP TRÌNH FLUTTER</dc:title>
  <dc:creator>Nguyễn Hồng Quân</dc:creator>
  <cp:lastModifiedBy>Hong-Quan Nguyen</cp:lastModifiedBy>
  <cp:revision>30</cp:revision>
  <dcterms:created xsi:type="dcterms:W3CDTF">2023-09-06T15:00:17Z</dcterms:created>
  <dcterms:modified xsi:type="dcterms:W3CDTF">2026-08-27T12:53:24Z</dcterms:modified>
</cp:coreProperties>
</file>