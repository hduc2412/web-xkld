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84" r:id="rId3"/>
    <p:sldId id="309" r:id="rId4"/>
    <p:sldId id="310" r:id="rId5"/>
    <p:sldId id="289" r:id="rId6"/>
    <p:sldId id="294" r:id="rId7"/>
    <p:sldId id="295" r:id="rId8"/>
    <p:sldId id="301" r:id="rId9"/>
    <p:sldId id="303" r:id="rId10"/>
    <p:sldId id="311" r:id="rId11"/>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A5824B7-252D-4DED-B88C-C49A7A992257}">
          <p14:sldIdLst>
            <p14:sldId id="256"/>
            <p14:sldId id="284"/>
            <p14:sldId id="309"/>
            <p14:sldId id="310"/>
            <p14:sldId id="289"/>
            <p14:sldId id="294"/>
            <p14:sldId id="295"/>
            <p14:sldId id="301"/>
            <p14:sldId id="303"/>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Hồng Quân" userId="5de657db-601d-4544-8551-437b439d34a1" providerId="ADAL" clId="{32F896F0-EBDF-42FB-9E26-46926B3AD722}"/>
    <pc:docChg chg="undo custSel addSld delSld modSld modSection">
      <pc:chgData name="Nguyễn Hồng Quân" userId="5de657db-601d-4544-8551-437b439d34a1" providerId="ADAL" clId="{32F896F0-EBDF-42FB-9E26-46926B3AD722}" dt="2026-08-27T12:53:20.807" v="698" actId="47"/>
      <pc:docMkLst>
        <pc:docMk/>
      </pc:docMkLst>
      <pc:sldChg chg="modSp mod modAnim">
        <pc:chgData name="Nguyễn Hồng Quân" userId="5de657db-601d-4544-8551-437b439d34a1" providerId="ADAL" clId="{32F896F0-EBDF-42FB-9E26-46926B3AD722}" dt="2026-08-27T12:48:42.582" v="146"/>
        <pc:sldMkLst>
          <pc:docMk/>
          <pc:sldMk cId="4072888894" sldId="256"/>
        </pc:sldMkLst>
        <pc:spChg chg="mod">
          <ac:chgData name="Nguyễn Hồng Quân" userId="5de657db-601d-4544-8551-437b439d34a1" providerId="ADAL" clId="{32F896F0-EBDF-42FB-9E26-46926B3AD722}" dt="2026-08-27T12:48:01.241" v="78" actId="20577"/>
          <ac:spMkLst>
            <pc:docMk/>
            <pc:sldMk cId="4072888894" sldId="256"/>
            <ac:spMk id="2" creationId="{F844A9BA-6CE2-6329-D776-AC4A31BBDDDE}"/>
          </ac:spMkLst>
        </pc:spChg>
        <pc:spChg chg="mod">
          <ac:chgData name="Nguyễn Hồng Quân" userId="5de657db-601d-4544-8551-437b439d34a1" providerId="ADAL" clId="{32F896F0-EBDF-42FB-9E26-46926B3AD722}" dt="2026-08-27T12:48:42.582" v="146"/>
          <ac:spMkLst>
            <pc:docMk/>
            <pc:sldMk cId="4072888894" sldId="256"/>
            <ac:spMk id="3" creationId="{543F3F36-DC4B-B17C-B33E-038309D4B2E4}"/>
          </ac:spMkLst>
        </pc:spChg>
      </pc:sldChg>
      <pc:sldChg chg="del">
        <pc:chgData name="Nguyễn Hồng Quân" userId="5de657db-601d-4544-8551-437b439d34a1" providerId="ADAL" clId="{32F896F0-EBDF-42FB-9E26-46926B3AD722}" dt="2026-08-27T12:53:20.807" v="698" actId="47"/>
        <pc:sldMkLst>
          <pc:docMk/>
          <pc:sldMk cId="2025039774" sldId="275"/>
        </pc:sldMkLst>
      </pc:sldChg>
      <pc:sldChg chg="del">
        <pc:chgData name="Nguyễn Hồng Quân" userId="5de657db-601d-4544-8551-437b439d34a1" providerId="ADAL" clId="{32F896F0-EBDF-42FB-9E26-46926B3AD722}" dt="2026-08-27T12:53:05.039" v="688" actId="47"/>
        <pc:sldMkLst>
          <pc:docMk/>
          <pc:sldMk cId="291537606" sldId="278"/>
        </pc:sldMkLst>
      </pc:sldChg>
      <pc:sldChg chg="del">
        <pc:chgData name="Nguyễn Hồng Quân" userId="5de657db-601d-4544-8551-437b439d34a1" providerId="ADAL" clId="{32F896F0-EBDF-42FB-9E26-46926B3AD722}" dt="2026-08-27T12:53:06.743" v="693" actId="47"/>
        <pc:sldMkLst>
          <pc:docMk/>
          <pc:sldMk cId="1151812332" sldId="281"/>
        </pc:sldMkLst>
      </pc:sldChg>
      <pc:sldChg chg="modSp mod">
        <pc:chgData name="Nguyễn Hồng Quân" userId="5de657db-601d-4544-8551-437b439d34a1" providerId="ADAL" clId="{32F896F0-EBDF-42FB-9E26-46926B3AD722}" dt="2026-08-27T12:52:41.950" v="611" actId="20577"/>
        <pc:sldMkLst>
          <pc:docMk/>
          <pc:sldMk cId="1830971109" sldId="284"/>
        </pc:sldMkLst>
        <pc:spChg chg="mod">
          <ac:chgData name="Nguyễn Hồng Quân" userId="5de657db-601d-4544-8551-437b439d34a1" providerId="ADAL" clId="{32F896F0-EBDF-42FB-9E26-46926B3AD722}" dt="2026-08-27T12:52:41.950" v="611" actId="20577"/>
          <ac:spMkLst>
            <pc:docMk/>
            <pc:sldMk cId="1830971109" sldId="284"/>
            <ac:spMk id="3" creationId="{04F80091-A4DB-2604-817B-23A24698F578}"/>
          </ac:spMkLst>
        </pc:spChg>
      </pc:sldChg>
      <pc:sldChg chg="del">
        <pc:chgData name="Nguyễn Hồng Quân" userId="5de657db-601d-4544-8551-437b439d34a1" providerId="ADAL" clId="{32F896F0-EBDF-42FB-9E26-46926B3AD722}" dt="2026-08-27T12:50:37.954" v="474" actId="47"/>
        <pc:sldMkLst>
          <pc:docMk/>
          <pc:sldMk cId="2998563777" sldId="285"/>
        </pc:sldMkLst>
      </pc:sldChg>
      <pc:sldChg chg="del">
        <pc:chgData name="Nguyễn Hồng Quân" userId="5de657db-601d-4544-8551-437b439d34a1" providerId="ADAL" clId="{32F896F0-EBDF-42FB-9E26-46926B3AD722}" dt="2026-08-27T12:51:05.957" v="545" actId="47"/>
        <pc:sldMkLst>
          <pc:docMk/>
          <pc:sldMk cId="1008860461" sldId="286"/>
        </pc:sldMkLst>
      </pc:sldChg>
      <pc:sldChg chg="del">
        <pc:chgData name="Nguyễn Hồng Quân" userId="5de657db-601d-4544-8551-437b439d34a1" providerId="ADAL" clId="{32F896F0-EBDF-42FB-9E26-46926B3AD722}" dt="2026-08-27T12:51:06.379" v="546" actId="47"/>
        <pc:sldMkLst>
          <pc:docMk/>
          <pc:sldMk cId="4248232733" sldId="287"/>
        </pc:sldMkLst>
      </pc:sldChg>
      <pc:sldChg chg="del">
        <pc:chgData name="Nguyễn Hồng Quân" userId="5de657db-601d-4544-8551-437b439d34a1" providerId="ADAL" clId="{32F896F0-EBDF-42FB-9E26-46926B3AD722}" dt="2026-08-27T12:51:06.842" v="547" actId="47"/>
        <pc:sldMkLst>
          <pc:docMk/>
          <pc:sldMk cId="2018792054" sldId="288"/>
        </pc:sldMkLst>
      </pc:sldChg>
      <pc:sldChg chg="addSp modSp mod modClrScheme chgLayout">
        <pc:chgData name="Nguyễn Hồng Quân" userId="5de657db-601d-4544-8551-437b439d34a1" providerId="ADAL" clId="{32F896F0-EBDF-42FB-9E26-46926B3AD722}" dt="2026-08-27T12:52:34.126" v="590" actId="20577"/>
        <pc:sldMkLst>
          <pc:docMk/>
          <pc:sldMk cId="2554972263" sldId="289"/>
        </pc:sldMkLst>
        <pc:spChg chg="mod ord">
          <ac:chgData name="Nguyễn Hồng Quân" userId="5de657db-601d-4544-8551-437b439d34a1" providerId="ADAL" clId="{32F896F0-EBDF-42FB-9E26-46926B3AD722}" dt="2026-08-27T12:52:34.126" v="590" actId="20577"/>
          <ac:spMkLst>
            <pc:docMk/>
            <pc:sldMk cId="2554972263" sldId="289"/>
            <ac:spMk id="2" creationId="{C8B7D588-14ED-4EFF-7E2C-2C2A43AF853F}"/>
          </ac:spMkLst>
        </pc:spChg>
        <pc:spChg chg="add mod ord">
          <ac:chgData name="Nguyễn Hồng Quân" userId="5de657db-601d-4544-8551-437b439d34a1" providerId="ADAL" clId="{32F896F0-EBDF-42FB-9E26-46926B3AD722}" dt="2026-08-27T12:52:02.960" v="563" actId="700"/>
          <ac:spMkLst>
            <pc:docMk/>
            <pc:sldMk cId="2554972263" sldId="289"/>
            <ac:spMk id="3" creationId="{A7E3AB9D-8A53-40F7-BE83-61E1A2D58DBF}"/>
          </ac:spMkLst>
        </pc:spChg>
      </pc:sldChg>
      <pc:sldChg chg="del">
        <pc:chgData name="Nguyễn Hồng Quân" userId="5de657db-601d-4544-8551-437b439d34a1" providerId="ADAL" clId="{32F896F0-EBDF-42FB-9E26-46926B3AD722}" dt="2026-08-27T12:51:18.996" v="548" actId="47"/>
        <pc:sldMkLst>
          <pc:docMk/>
          <pc:sldMk cId="247755336" sldId="296"/>
        </pc:sldMkLst>
      </pc:sldChg>
      <pc:sldChg chg="del">
        <pc:chgData name="Nguyễn Hồng Quân" userId="5de657db-601d-4544-8551-437b439d34a1" providerId="ADAL" clId="{32F896F0-EBDF-42FB-9E26-46926B3AD722}" dt="2026-08-27T12:51:19.262" v="549" actId="47"/>
        <pc:sldMkLst>
          <pc:docMk/>
          <pc:sldMk cId="2095247690" sldId="297"/>
        </pc:sldMkLst>
      </pc:sldChg>
      <pc:sldChg chg="del">
        <pc:chgData name="Nguyễn Hồng Quân" userId="5de657db-601d-4544-8551-437b439d34a1" providerId="ADAL" clId="{32F896F0-EBDF-42FB-9E26-46926B3AD722}" dt="2026-08-27T12:51:19.824" v="550" actId="47"/>
        <pc:sldMkLst>
          <pc:docMk/>
          <pc:sldMk cId="3502110705" sldId="298"/>
        </pc:sldMkLst>
      </pc:sldChg>
      <pc:sldChg chg="del">
        <pc:chgData name="Nguyễn Hồng Quân" userId="5de657db-601d-4544-8551-437b439d34a1" providerId="ADAL" clId="{32F896F0-EBDF-42FB-9E26-46926B3AD722}" dt="2026-08-27T12:51:20.278" v="551" actId="47"/>
        <pc:sldMkLst>
          <pc:docMk/>
          <pc:sldMk cId="879113427" sldId="299"/>
        </pc:sldMkLst>
      </pc:sldChg>
      <pc:sldChg chg="del">
        <pc:chgData name="Nguyễn Hồng Quân" userId="5de657db-601d-4544-8551-437b439d34a1" providerId="ADAL" clId="{32F896F0-EBDF-42FB-9E26-46926B3AD722}" dt="2026-08-27T12:51:20.793" v="552" actId="47"/>
        <pc:sldMkLst>
          <pc:docMk/>
          <pc:sldMk cId="2266486121" sldId="300"/>
        </pc:sldMkLst>
      </pc:sldChg>
      <pc:sldChg chg="del">
        <pc:chgData name="Nguyễn Hồng Quân" userId="5de657db-601d-4544-8551-437b439d34a1" providerId="ADAL" clId="{32F896F0-EBDF-42FB-9E26-46926B3AD722}" dt="2026-08-27T12:51:28.503" v="554" actId="47"/>
        <pc:sldMkLst>
          <pc:docMk/>
          <pc:sldMk cId="937130508" sldId="302"/>
        </pc:sldMkLst>
      </pc:sldChg>
      <pc:sldChg chg="addSp delSp modSp mod modClrScheme chgLayout">
        <pc:chgData name="Nguyễn Hồng Quân" userId="5de657db-601d-4544-8551-437b439d34a1" providerId="ADAL" clId="{32F896F0-EBDF-42FB-9E26-46926B3AD722}" dt="2026-08-27T12:53:12.165" v="695" actId="700"/>
        <pc:sldMkLst>
          <pc:docMk/>
          <pc:sldMk cId="4129944851" sldId="303"/>
        </pc:sldMkLst>
        <pc:spChg chg="add del mod ord">
          <ac:chgData name="Nguyễn Hồng Quân" userId="5de657db-601d-4544-8551-437b439d34a1" providerId="ADAL" clId="{32F896F0-EBDF-42FB-9E26-46926B3AD722}" dt="2026-08-27T12:53:12.165" v="695" actId="700"/>
          <ac:spMkLst>
            <pc:docMk/>
            <pc:sldMk cId="4129944851" sldId="303"/>
            <ac:spMk id="2" creationId="{A752CE92-98EF-4044-A7C5-7245F8B8AB12}"/>
          </ac:spMkLst>
        </pc:spChg>
        <pc:spChg chg="add del mod ord">
          <ac:chgData name="Nguyễn Hồng Quân" userId="5de657db-601d-4544-8551-437b439d34a1" providerId="ADAL" clId="{32F896F0-EBDF-42FB-9E26-46926B3AD722}" dt="2026-08-27T12:53:12.165" v="695" actId="700"/>
          <ac:spMkLst>
            <pc:docMk/>
            <pc:sldMk cId="4129944851" sldId="303"/>
            <ac:spMk id="3" creationId="{8F46CF28-8690-4A8F-A886-28FEFE0F4B08}"/>
          </ac:spMkLst>
        </pc:spChg>
        <pc:spChg chg="mod ord">
          <ac:chgData name="Nguyễn Hồng Quân" userId="5de657db-601d-4544-8551-437b439d34a1" providerId="ADAL" clId="{32F896F0-EBDF-42FB-9E26-46926B3AD722}" dt="2026-08-27T12:53:12.165" v="695" actId="700"/>
          <ac:spMkLst>
            <pc:docMk/>
            <pc:sldMk cId="4129944851" sldId="303"/>
            <ac:spMk id="8" creationId="{4F136117-5C4D-6065-8CD8-E3307F07B469}"/>
          </ac:spMkLst>
        </pc:spChg>
      </pc:sldChg>
      <pc:sldChg chg="del">
        <pc:chgData name="Nguyễn Hồng Quân" userId="5de657db-601d-4544-8551-437b439d34a1" providerId="ADAL" clId="{32F896F0-EBDF-42FB-9E26-46926B3AD722}" dt="2026-08-27T12:51:21.137" v="553" actId="47"/>
        <pc:sldMkLst>
          <pc:docMk/>
          <pc:sldMk cId="1433630508" sldId="304"/>
        </pc:sldMkLst>
      </pc:sldChg>
      <pc:sldChg chg="del">
        <pc:chgData name="Nguyễn Hồng Quân" userId="5de657db-601d-4544-8551-437b439d34a1" providerId="ADAL" clId="{32F896F0-EBDF-42FB-9E26-46926B3AD722}" dt="2026-08-27T12:53:05.508" v="689" actId="47"/>
        <pc:sldMkLst>
          <pc:docMk/>
          <pc:sldMk cId="1908340171" sldId="305"/>
        </pc:sldMkLst>
      </pc:sldChg>
      <pc:sldChg chg="del">
        <pc:chgData name="Nguyễn Hồng Quân" userId="5de657db-601d-4544-8551-437b439d34a1" providerId="ADAL" clId="{32F896F0-EBDF-42FB-9E26-46926B3AD722}" dt="2026-08-27T12:53:05.758" v="690" actId="47"/>
        <pc:sldMkLst>
          <pc:docMk/>
          <pc:sldMk cId="949904025" sldId="306"/>
        </pc:sldMkLst>
      </pc:sldChg>
      <pc:sldChg chg="del">
        <pc:chgData name="Nguyễn Hồng Quân" userId="5de657db-601d-4544-8551-437b439d34a1" providerId="ADAL" clId="{32F896F0-EBDF-42FB-9E26-46926B3AD722}" dt="2026-08-27T12:53:05.962" v="691" actId="47"/>
        <pc:sldMkLst>
          <pc:docMk/>
          <pc:sldMk cId="3558237357" sldId="307"/>
        </pc:sldMkLst>
      </pc:sldChg>
      <pc:sldChg chg="del">
        <pc:chgData name="Nguyễn Hồng Quân" userId="5de657db-601d-4544-8551-437b439d34a1" providerId="ADAL" clId="{32F896F0-EBDF-42FB-9E26-46926B3AD722}" dt="2026-08-27T12:53:06.540" v="692" actId="47"/>
        <pc:sldMkLst>
          <pc:docMk/>
          <pc:sldMk cId="1790530204" sldId="308"/>
        </pc:sldMkLst>
      </pc:sldChg>
      <pc:sldChg chg="addSp delSp modSp new mod modClrScheme chgLayout">
        <pc:chgData name="Nguyễn Hồng Quân" userId="5de657db-601d-4544-8551-437b439d34a1" providerId="ADAL" clId="{32F896F0-EBDF-42FB-9E26-46926B3AD722}" dt="2026-08-27T12:51:57.905" v="562" actId="27636"/>
        <pc:sldMkLst>
          <pc:docMk/>
          <pc:sldMk cId="4277902413" sldId="309"/>
        </pc:sldMkLst>
        <pc:spChg chg="del mod ord">
          <ac:chgData name="Nguyễn Hồng Quân" userId="5de657db-601d-4544-8551-437b439d34a1" providerId="ADAL" clId="{32F896F0-EBDF-42FB-9E26-46926B3AD722}" dt="2026-08-27T12:51:44.025" v="556" actId="700"/>
          <ac:spMkLst>
            <pc:docMk/>
            <pc:sldMk cId="4277902413" sldId="309"/>
            <ac:spMk id="2" creationId="{E7301F17-84D1-4A43-A1D1-8EB8E604238F}"/>
          </ac:spMkLst>
        </pc:spChg>
        <pc:spChg chg="del mod ord">
          <ac:chgData name="Nguyễn Hồng Quân" userId="5de657db-601d-4544-8551-437b439d34a1" providerId="ADAL" clId="{32F896F0-EBDF-42FB-9E26-46926B3AD722}" dt="2026-08-27T12:51:44.025" v="556" actId="700"/>
          <ac:spMkLst>
            <pc:docMk/>
            <pc:sldMk cId="4277902413" sldId="309"/>
            <ac:spMk id="3" creationId="{1E5E48F3-C2CE-445B-BF35-FA94F3DA8963}"/>
          </ac:spMkLst>
        </pc:spChg>
        <pc:spChg chg="add mod ord">
          <ac:chgData name="Nguyễn Hồng Quân" userId="5de657db-601d-4544-8551-437b439d34a1" providerId="ADAL" clId="{32F896F0-EBDF-42FB-9E26-46926B3AD722}" dt="2026-08-27T12:51:57.905" v="562" actId="27636"/>
          <ac:spMkLst>
            <pc:docMk/>
            <pc:sldMk cId="4277902413" sldId="309"/>
            <ac:spMk id="4" creationId="{E2262B99-D76A-4815-B321-4AEBBAB4EEB4}"/>
          </ac:spMkLst>
        </pc:spChg>
        <pc:spChg chg="add mod ord">
          <ac:chgData name="Nguyễn Hồng Quân" userId="5de657db-601d-4544-8551-437b439d34a1" providerId="ADAL" clId="{32F896F0-EBDF-42FB-9E26-46926B3AD722}" dt="2026-08-27T12:51:44.025" v="556" actId="700"/>
          <ac:spMkLst>
            <pc:docMk/>
            <pc:sldMk cId="4277902413" sldId="309"/>
            <ac:spMk id="5" creationId="{ED8302D3-8C58-4243-8896-B9AD48BA0253}"/>
          </ac:spMkLst>
        </pc:spChg>
      </pc:sldChg>
      <pc:sldChg chg="addSp delSp modSp new mod modClrScheme chgLayout">
        <pc:chgData name="Nguyễn Hồng Quân" userId="5de657db-601d-4544-8551-437b439d34a1" providerId="ADAL" clId="{32F896F0-EBDF-42FB-9E26-46926B3AD722}" dt="2026-08-27T12:52:15.296" v="568" actId="700"/>
        <pc:sldMkLst>
          <pc:docMk/>
          <pc:sldMk cId="1702919470" sldId="310"/>
        </pc:sldMkLst>
        <pc:spChg chg="del mod ord">
          <ac:chgData name="Nguyễn Hồng Quân" userId="5de657db-601d-4544-8551-437b439d34a1" providerId="ADAL" clId="{32F896F0-EBDF-42FB-9E26-46926B3AD722}" dt="2026-08-27T12:52:15.296" v="568" actId="700"/>
          <ac:spMkLst>
            <pc:docMk/>
            <pc:sldMk cId="1702919470" sldId="310"/>
            <ac:spMk id="2" creationId="{123830B1-95A9-4B5C-B82D-E752A27DD2F1}"/>
          </ac:spMkLst>
        </pc:spChg>
        <pc:spChg chg="del mod ord">
          <ac:chgData name="Nguyễn Hồng Quân" userId="5de657db-601d-4544-8551-437b439d34a1" providerId="ADAL" clId="{32F896F0-EBDF-42FB-9E26-46926B3AD722}" dt="2026-08-27T12:52:15.296" v="568" actId="700"/>
          <ac:spMkLst>
            <pc:docMk/>
            <pc:sldMk cId="1702919470" sldId="310"/>
            <ac:spMk id="3" creationId="{6A48CCA9-40DC-481B-B7FF-1E88F8D87D55}"/>
          </ac:spMkLst>
        </pc:spChg>
        <pc:spChg chg="add mod ord">
          <ac:chgData name="Nguyễn Hồng Quân" userId="5de657db-601d-4544-8551-437b439d34a1" providerId="ADAL" clId="{32F896F0-EBDF-42FB-9E26-46926B3AD722}" dt="2026-08-27T12:52:15.296" v="568" actId="700"/>
          <ac:spMkLst>
            <pc:docMk/>
            <pc:sldMk cId="1702919470" sldId="310"/>
            <ac:spMk id="4" creationId="{777C1283-BBDD-4A4B-83D2-99E429BE4346}"/>
          </ac:spMkLst>
        </pc:spChg>
        <pc:spChg chg="add mod ord">
          <ac:chgData name="Nguyễn Hồng Quân" userId="5de657db-601d-4544-8551-437b439d34a1" providerId="ADAL" clId="{32F896F0-EBDF-42FB-9E26-46926B3AD722}" dt="2026-08-27T12:52:15.296" v="568" actId="700"/>
          <ac:spMkLst>
            <pc:docMk/>
            <pc:sldMk cId="1702919470" sldId="310"/>
            <ac:spMk id="5" creationId="{E0C69275-9296-4AD9-871E-D8CCB2ED1B07}"/>
          </ac:spMkLst>
        </pc:spChg>
      </pc:sldChg>
      <pc:sldChg chg="addSp delSp modSp new mod modClrScheme chgLayout">
        <pc:chgData name="Nguyễn Hồng Quân" userId="5de657db-601d-4544-8551-437b439d34a1" providerId="ADAL" clId="{32F896F0-EBDF-42FB-9E26-46926B3AD722}" dt="2026-08-27T12:53:18.647" v="697" actId="700"/>
        <pc:sldMkLst>
          <pc:docMk/>
          <pc:sldMk cId="3661087194" sldId="311"/>
        </pc:sldMkLst>
        <pc:spChg chg="del mod ord">
          <ac:chgData name="Nguyễn Hồng Quân" userId="5de657db-601d-4544-8551-437b439d34a1" providerId="ADAL" clId="{32F896F0-EBDF-42FB-9E26-46926B3AD722}" dt="2026-08-27T12:53:18.647" v="697" actId="700"/>
          <ac:spMkLst>
            <pc:docMk/>
            <pc:sldMk cId="3661087194" sldId="311"/>
            <ac:spMk id="2" creationId="{967E9EB9-9BA7-4DBD-BF94-177946E975B2}"/>
          </ac:spMkLst>
        </pc:spChg>
        <pc:spChg chg="del mod ord">
          <ac:chgData name="Nguyễn Hồng Quân" userId="5de657db-601d-4544-8551-437b439d34a1" providerId="ADAL" clId="{32F896F0-EBDF-42FB-9E26-46926B3AD722}" dt="2026-08-27T12:53:18.647" v="697" actId="700"/>
          <ac:spMkLst>
            <pc:docMk/>
            <pc:sldMk cId="3661087194" sldId="311"/>
            <ac:spMk id="3" creationId="{F8E9A428-E074-4F0A-8BE6-E2922C3D6369}"/>
          </ac:spMkLst>
        </pc:spChg>
        <pc:spChg chg="add mod ord">
          <ac:chgData name="Nguyễn Hồng Quân" userId="5de657db-601d-4544-8551-437b439d34a1" providerId="ADAL" clId="{32F896F0-EBDF-42FB-9E26-46926B3AD722}" dt="2026-08-27T12:53:18.647" v="697" actId="700"/>
          <ac:spMkLst>
            <pc:docMk/>
            <pc:sldMk cId="3661087194" sldId="311"/>
            <ac:spMk id="4" creationId="{7F4D99CB-0342-491F-A307-8D1925F1FCC0}"/>
          </ac:spMkLst>
        </pc:spChg>
        <pc:spChg chg="add mod ord">
          <ac:chgData name="Nguyễn Hồng Quân" userId="5de657db-601d-4544-8551-437b439d34a1" providerId="ADAL" clId="{32F896F0-EBDF-42FB-9E26-46926B3AD722}" dt="2026-08-27T12:53:18.647" v="697" actId="700"/>
          <ac:spMkLst>
            <pc:docMk/>
            <pc:sldMk cId="3661087194" sldId="311"/>
            <ac:spMk id="5" creationId="{7217D990-EC5B-4A54-A5E8-C673BAC37A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MỞ ĐẦU — Sơ đồ này đọc theo chiều dọc: ba cột là ba mặt phẳng tin cậy, không phải ba tầng kỹ thuật. Chia theo mức tin cậy chứ không theo công nghệ.</a:t>
            </a:r>
          </a:p>
          <a:p>
            <a:r>
              <a:rPr sz="1200"/>
              <a:t/>
            </a:r>
          </a:p>
          <a:p>
            <a:r>
              <a:rPr sz="1200"/>
              <a:t>CỘT TRÁI — mặt phẳng ứng viên. Công khai, không cần tài khoản. Đây là nơi khách trò chuyện, gửi CV, xem đơn được gợi ý và đặt lịch. Mọi thứ khách gửi lên đều coi là chưa đáng tin cho tới khi được kiểm.</a:t>
            </a:r>
          </a:p>
          <a:p>
            <a:r>
              <a:rPr sz="1200"/>
              <a:t/>
            </a:r>
          </a:p>
          <a:p>
            <a:r>
              <a:rPr sz="1200"/>
              <a:t>CỘT GIỮA — lõi xử lý. Toàn bộ nghiệp vụ tự động nằm ở đây: tiếp nhận câu hỏi, đọc CV, tra cứu tài liệu, kiểm chứng câu trả lời trước khi gửi đi. Ô viền vàng ở giữa là bộ đối chiếu đơn hàng — em sẽ nói kỹ ở slide sau.</a:t>
            </a:r>
          </a:p>
          <a:p>
            <a:r>
              <a:rPr sz="1200"/>
              <a:t/>
            </a:r>
          </a:p>
          <a:p>
            <a:r>
              <a:rPr sz="1200"/>
              <a:t>CỘT PHẢI — phân hệ quản trị. Nhân viên làm việc ở đây, bắt buộc đăng nhập.</a:t>
            </a:r>
          </a:p>
          <a:p>
            <a:r>
              <a:rPr sz="1200"/>
              <a:t/>
            </a:r>
          </a:p>
          <a:p>
            <a:r>
              <a:rPr sz="1200"/>
              <a:t>HAI ĐIỂM EM MUỐN NHẤN:</a:t>
            </a:r>
          </a:p>
          <a:p>
            <a:r>
              <a:rPr sz="1200"/>
              <a:t/>
            </a:r>
          </a:p>
          <a:p>
            <a:r>
              <a:rPr sz="1200"/>
              <a:t>Thứ nhất — ô 'RANH GIỚI QUAN TRỌNG NHẤT' ở góc dưới bên trái. Mặt phẳng ứng viên KHÔNG có đường đi trực tiếp nào tới mặt phẳng quản trị. Dữ liệu chỉ chuyển giao gián tiếp qua kho, nên một người dùng bên ngoài không thể xem hay sửa dữ liệu nội bộ, kể cả khi họ đoán đúng địa chỉ.</a:t>
            </a:r>
          </a:p>
          <a:p>
            <a:r>
              <a:rPr sz="1200"/>
              <a:t/>
            </a:r>
          </a:p>
          <a:p>
            <a:r>
              <a:rPr sz="1200"/>
              <a:t>Thứ hai — dòng viền đứt ở đáy cột giữa: 'dịch vụ mô hình ngôn ngữ ngoài'. Nó nằm NGOÀI lõi và chỉ làm một việc là diễn đạt câu trả lời. Nó không ra quyết định nghiệp vụ nào. Phần quyết định ai đạt, ai không đạt nằm ở ô viền vàng, và đó là quy tắc viết sẵn — cùng một hồ sơ luôn cho cùng một kết quả, và giải thích được từng dòng.</a:t>
            </a:r>
          </a:p>
          <a:p>
            <a:r>
              <a:rPr sz="1200"/>
              <a:t/>
            </a:r>
          </a:p>
          <a:p>
            <a:r>
              <a:rPr sz="1200"/>
              <a:t>CHỐT — Nếu chỉ nhớ một điều từ slide này: AI ở đây diễn đạt, không phán xử.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Toàn bộ có 617 ca tự động, chạy bằng một lệnh, hết khoảng mười lăm giây. Em chọn ra bốn ca tiêu biểu vì con số tổng không nói được hệ thống chặn cái gì.</a:t>
            </a:r>
          </a:p>
          <a:p>
            <a:r>
              <a:rPr sz="1200"/>
              <a:t/>
            </a:r>
          </a:p>
          <a:p>
            <a:r>
              <a:rPr sz="1200"/>
              <a:t>=== CA 1 — CHẠY HAI LẦN VÀ ĐẢO THỨ TỰ ===</a:t>
            </a:r>
          </a:p>
          <a:p>
            <a:r>
              <a:rPr sz="1200"/>
              <a:t/>
            </a:r>
          </a:p>
          <a:p>
            <a:r>
              <a:rPr sz="1200"/>
              <a:t>'Chạy' ở đây là gọi bộ đối chiếu: đưa vào một hồ sơ ứng viên và một danh sách đơn tuyển dụng, nhận ra danh sách đơn phù hợp kèm điểm và thứ hạng.</a:t>
            </a:r>
          </a:p>
          <a:p>
            <a:r>
              <a:rPr sz="1200"/>
              <a:t/>
            </a:r>
          </a:p>
          <a:p>
            <a:r>
              <a:rPr sz="1200"/>
              <a:t>Lần 1 và lần 2: y nguyên đầu vào, gọi hai lần liên tiếp. Em không so bằng mắt mà đổi cả hai kết quả thành chuỗi văn bản rồi so từng ký tự — giống nhau tuyệt đối mới tính là đạt.</a:t>
            </a:r>
          </a:p>
          <a:p>
            <a:r>
              <a:rPr sz="1200"/>
              <a:t/>
            </a:r>
          </a:p>
          <a:p>
            <a:r>
              <a:rPr sz="1200"/>
              <a:t>Lần 3: đảo ngẫu nhiên thứ tự danh sách đơn rồi đối chiếu lại. Lý do phải kiểm điều này: cơ sở dữ liệu không cam kết trả về các đơn theo một thứ tự cố định — hôm nay trả DH-01 trước, mai có thể trả DH-05 trước. Nếu thứ tự đầu vào ảnh hưởng tới kết quả thì cùng một ứng viên, hỏi hai ngày khác nhau sẽ thấy hai danh sách khác nhau mà không ai hiểu vì sao.</a:t>
            </a:r>
          </a:p>
          <a:p>
            <a:r>
              <a:rPr sz="1200"/>
              <a:t/>
            </a:r>
          </a:p>
          <a:p>
            <a:r>
              <a:rPr sz="1200"/>
              <a:t>'Giống hệt' nghĩa là: cùng những đơn đó, cùng số điểm đó, cùng thứ hạng đó, cùng lý do đạt hay không đạt cho từng tiêu chí.</a:t>
            </a:r>
          </a:p>
          <a:p>
            <a:r>
              <a:rPr sz="1200"/>
              <a:t/>
            </a:r>
          </a:p>
          <a:p>
            <a:r>
              <a:rPr sz="1200"/>
              <a:t>=== 'GIẢI TRÌNH ĐƯỢC' NGHĨA LÀ GÌ ===</a:t>
            </a:r>
          </a:p>
          <a:p>
            <a:r>
              <a:rPr sz="1200"/>
              <a:t/>
            </a:r>
          </a:p>
          <a:p>
            <a:r>
              <a:rPr sz="1200"/>
              <a:t>Là khi ứng viên hỏi 'vì sao em không được giới thiệu đơn này', nhân viên mở ra được một bảng mười một dòng: bảy điều kiện bắt buộc và bốn tiêu chí nguyện vọng. Mỗi dòng ghi đơn yêu cầu gì và hồ sơ có gì, kết quả là đạt, không đạt, hay chưa rõ.</a:t>
            </a:r>
          </a:p>
          <a:p>
            <a:r>
              <a:rPr sz="1200"/>
              <a:t/>
            </a:r>
          </a:p>
          <a:p>
            <a:r>
              <a:rPr sz="1200"/>
              <a:t>Tính tất định là điều kiện để làm được việc đó. Nếu mỗi lần chạy ra một kết quả khác thì bảng hôm nay không giải thích được quyết định hôm qua.</a:t>
            </a:r>
          </a:p>
          <a:p>
            <a:r>
              <a:rPr sz="1200"/>
              <a:t/>
            </a:r>
          </a:p>
          <a:p>
            <a:r>
              <a:rPr sz="1200"/>
              <a:t>=== CA 2 — HỒ SƠ CHỈ CÓ HỌ TÊN ===</a:t>
            </a:r>
          </a:p>
          <a:p>
            <a:r>
              <a:rPr sz="1200"/>
              <a:t/>
            </a:r>
          </a:p>
          <a:p>
            <a:r>
              <a:rPr sz="1200"/>
              <a:t>Đưa vào một hồ sơ bỏ trống gần hết: không năm sinh, không bằng cấp, không trình độ tiếng Nhật. Kết quả phải còn đơn đạt.</a:t>
            </a:r>
          </a:p>
          <a:p>
            <a:r>
              <a:rPr sz="1200"/>
              <a:t/>
            </a:r>
          </a:p>
          <a:p>
            <a:r>
              <a:rPr sz="1200"/>
              <a:t>Vì sao quan trọng: người chưa khai năm sinh không phải là người quá tuổi — đó là hai chuyện khác nhau. Nếu coi cái chưa biết là không đạt thì hồ sơ mới điền một nửa sẽ ra không đơn nào, và giấu mất đơn thật sự phù hợp với một người thật. Ca này còn kiểm thêm: các ô thiếu phải hiện thành câu hỏi gợi ý để hỏi tiếp, chứ không nằm trong danh sách lý do bị loại.</a:t>
            </a:r>
          </a:p>
          <a:p>
            <a:r>
              <a:rPr sz="1200"/>
              <a:t/>
            </a:r>
          </a:p>
          <a:p>
            <a:r>
              <a:rPr sz="1200"/>
              <a:t>=== CA 3 — PHIÊN ĐĂNG NHẬP ĐEM SANG NHẦM CỬA ===</a:t>
            </a:r>
          </a:p>
          <a:p>
            <a:r>
              <a:rPr sz="1200"/>
              <a:t/>
            </a:r>
          </a:p>
          <a:p>
            <a:r>
              <a:rPr sz="1200"/>
              <a:t>Hệ thống có hai loại tài khoản: ứng viên và nhân viên. Ca này lấy phiếu đăng nhập của ứng viên rồi thử gõ cửa màn hình quản trị. Phải bị từ chối.</a:t>
            </a:r>
          </a:p>
          <a:p>
            <a:r>
              <a:rPr sz="1200"/>
              <a:t/>
            </a:r>
          </a:p>
          <a:p>
            <a:r>
              <a:rPr sz="1200"/>
              <a:t>Chốt chặn nằm trong nội dung đã ký của phiếu đăng nhập chứ không phải ở giao diện — nên không thể lách bằng cách gọi thẳng vào máy chủ.</a:t>
            </a:r>
          </a:p>
          <a:p>
            <a:r>
              <a:rPr sz="1200"/>
              <a:t/>
            </a:r>
          </a:p>
          <a:p>
            <a:r>
              <a:rPr sz="1200"/>
              <a:t>=== CA 4 — ĐỔI MÃ TRÊN THANH ĐỊA CHỈ ===</a:t>
            </a:r>
          </a:p>
          <a:p>
            <a:r>
              <a:rPr sz="1200"/>
              <a:t/>
            </a:r>
          </a:p>
          <a:p>
            <a:r>
              <a:rPr sz="1200"/>
              <a:t>Ứng viên đang xem hồ sơ của mình, địa chỉ có dạng .../ho-so/HS-XXXX. Ca này thử sửa mã đó thành mã của người khác.</a:t>
            </a:r>
          </a:p>
          <a:p>
            <a:r>
              <a:rPr sz="1200"/>
              <a:t/>
            </a:r>
          </a:p>
          <a:p>
            <a:r>
              <a:rPr sz="1200"/>
              <a:t>Hệ thống phải báo không tìm thấy. Lý do: nó không tra thẳng theo mã rồi mới kiểm chủ sở hữu, mà lọc trước theo người đang đăng nhập rồi mới tìm mã trong đó. Hai cách cho cùng kết quả khi viết đúng, nhưng cách này thì viết sai cũng không lộ được hồ sơ người khác.</a:t>
            </a:r>
          </a:p>
          <a:p>
            <a:r>
              <a:rPr sz="1200"/>
              <a:t/>
            </a:r>
          </a:p>
          <a:p>
            <a:r>
              <a:rPr sz="1200"/>
              <a:t>=== NẾU THẦY HỎI KIỂM THỬ NÀY CHỨNG MINH ĐƯỢC GÌ ===</a:t>
            </a:r>
          </a:p>
          <a:p>
            <a:r>
              <a:rPr sz="1200"/>
              <a:t/>
            </a:r>
          </a:p>
          <a:p>
            <a:r>
              <a:rPr sz="1200"/>
              <a:t>Nó chứng minh quy tắc chạy đúng như thiết kế. Nó KHÔNG chứng minh hệ thống chịu được tải thật, cũng không chứng minh chất lượng câu trả lời của trợ lý — phần đó phụ thuộc kho tài liệu và em đo riêng.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9EBEB-0969-A25E-3080-C0ED7342A00F}"/>
              </a:ext>
            </a:extLst>
          </p:cNvPr>
          <p:cNvSpPr>
            <a:spLocks noGrp="1"/>
          </p:cNvSpPr>
          <p:nvPr>
            <p:ph type="ctrTitle"/>
          </p:nvPr>
        </p:nvSpPr>
        <p:spPr>
          <a:xfrm>
            <a:off x="3051111" y="2444620"/>
            <a:ext cx="8680984" cy="2029667"/>
          </a:xfrm>
        </p:spPr>
        <p:txBody>
          <a:bodyPr anchor="b">
            <a:normAutofit/>
          </a:bodyPr>
          <a:lstStyle>
            <a:lvl1pPr algn="ctr">
              <a:defRPr sz="4000" b="1">
                <a:solidFill>
                  <a:srgbClr val="C00000"/>
                </a:solidFill>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Subtitle 2">
            <a:extLst>
              <a:ext uri="{FF2B5EF4-FFF2-40B4-BE49-F238E27FC236}">
                <a16:creationId xmlns:a16="http://schemas.microsoft.com/office/drawing/2014/main" id="{B1621D9E-FC78-B45B-161C-4AA4502946C8}"/>
              </a:ext>
            </a:extLst>
          </p:cNvPr>
          <p:cNvSpPr>
            <a:spLocks noGrp="1"/>
          </p:cNvSpPr>
          <p:nvPr>
            <p:ph type="subTitle" idx="1"/>
          </p:nvPr>
        </p:nvSpPr>
        <p:spPr>
          <a:xfrm>
            <a:off x="3051111" y="4860032"/>
            <a:ext cx="7772399" cy="1441330"/>
          </a:xfrm>
        </p:spPr>
        <p:txBody>
          <a:bodyPr>
            <a:normAutofit/>
          </a:bodyPr>
          <a:lstStyle>
            <a:lvl1pPr marL="0" indent="0" algn="l">
              <a:buNone/>
              <a:defRPr sz="2200">
                <a:solidFill>
                  <a:schemeClr val="accent5">
                    <a:lumMod val="50000"/>
                  </a:schemeClr>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dirty="0"/>
          </a:p>
        </p:txBody>
      </p:sp>
      <p:cxnSp>
        <p:nvCxnSpPr>
          <p:cNvPr id="7" name="Straight Connector 6">
            <a:extLst>
              <a:ext uri="{FF2B5EF4-FFF2-40B4-BE49-F238E27FC236}">
                <a16:creationId xmlns:a16="http://schemas.microsoft.com/office/drawing/2014/main" id="{79E4068B-965C-452D-AEFE-D6F6BCDA00EA}"/>
              </a:ext>
            </a:extLst>
          </p:cNvPr>
          <p:cNvCxnSpPr/>
          <p:nvPr/>
        </p:nvCxnSpPr>
        <p:spPr>
          <a:xfrm>
            <a:off x="3051111" y="4584700"/>
            <a:ext cx="8680984"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sp>
        <p:nvSpPr>
          <p:cNvPr id="5" name="Half Frame 4">
            <a:extLst>
              <a:ext uri="{FF2B5EF4-FFF2-40B4-BE49-F238E27FC236}">
                <a16:creationId xmlns:a16="http://schemas.microsoft.com/office/drawing/2014/main" id="{D41F3E50-FCBD-4FD9-A96D-477A3285597B}"/>
              </a:ext>
            </a:extLst>
          </p:cNvPr>
          <p:cNvSpPr/>
          <p:nvPr userDrawn="1"/>
        </p:nvSpPr>
        <p:spPr>
          <a:xfrm>
            <a:off x="3045295" y="4609322"/>
            <a:ext cx="8686799" cy="239785"/>
          </a:xfrm>
          <a:prstGeom prst="halfFram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19197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9378-7928-5338-FE0D-A30E92E0F52C}"/>
              </a:ext>
            </a:extLst>
          </p:cNvPr>
          <p:cNvSpPr>
            <a:spLocks noGrp="1"/>
          </p:cNvSpPr>
          <p:nvPr>
            <p:ph type="title"/>
          </p:nvPr>
        </p:nvSpPr>
        <p:spPr>
          <a:xfrm>
            <a:off x="838200" y="70336"/>
            <a:ext cx="11008807" cy="610701"/>
          </a:xfrm>
        </p:spPr>
        <p:txBody>
          <a:bodyPr>
            <a:normAutofit/>
          </a:bodyPr>
          <a:lstStyle>
            <a:lvl1pPr>
              <a:defRPr sz="3600" b="1">
                <a:solidFill>
                  <a:srgbClr val="C00000"/>
                </a:solidFill>
                <a:latin typeface="Times New Roman" panose="02020603050405020304" pitchFamily="18" charset="0"/>
                <a:ea typeface="Cambria" panose="02040503050406030204" pitchFamily="18" charset="0"/>
                <a:cs typeface="Times New Roman" panose="02020603050405020304" pitchFamily="18" charset="0"/>
              </a:defRPr>
            </a:lvl1pPr>
          </a:lstStyle>
          <a:p>
            <a:r>
              <a:rPr lang="en-US"/>
              <a:t>Click to edit Master title style</a:t>
            </a:r>
            <a:endParaRPr lang="vi-VN" dirty="0"/>
          </a:p>
        </p:txBody>
      </p:sp>
      <p:sp>
        <p:nvSpPr>
          <p:cNvPr id="3" name="Content Placeholder 2">
            <a:extLst>
              <a:ext uri="{FF2B5EF4-FFF2-40B4-BE49-F238E27FC236}">
                <a16:creationId xmlns:a16="http://schemas.microsoft.com/office/drawing/2014/main" id="{27D766D6-7EB9-8C98-7C6F-AD4E09FB5BED}"/>
              </a:ext>
            </a:extLst>
          </p:cNvPr>
          <p:cNvSpPr>
            <a:spLocks noGrp="1"/>
          </p:cNvSpPr>
          <p:nvPr>
            <p:ph idx="1"/>
          </p:nvPr>
        </p:nvSpPr>
        <p:spPr>
          <a:xfrm>
            <a:off x="838200" y="885720"/>
            <a:ext cx="11008807" cy="5191230"/>
          </a:xfrm>
        </p:spPr>
        <p:txBody>
          <a:bodyPr/>
          <a:lstStyle>
            <a:lvl1pPr marL="228600" indent="-228600">
              <a:buClr>
                <a:schemeClr val="accent1">
                  <a:lumMod val="50000"/>
                </a:schemeClr>
              </a:buClr>
              <a:buFont typeface="Wingdings" panose="05000000000000000000" pitchFamily="2" charset="2"/>
              <a:buChar char="v"/>
              <a:defRPr sz="3000">
                <a:latin typeface="Times New Roman" panose="02020603050405020304" pitchFamily="18" charset="0"/>
                <a:cs typeface="Times New Roman" panose="02020603050405020304" pitchFamily="18" charset="0"/>
              </a:defRPr>
            </a:lvl1pPr>
            <a:lvl2pPr marL="685800" indent="-228600">
              <a:buClr>
                <a:schemeClr val="accent1">
                  <a:lumMod val="50000"/>
                </a:schemeClr>
              </a:buClr>
              <a:buFont typeface="Wingdings" panose="05000000000000000000" pitchFamily="2" charset="2"/>
              <a:buChar char="§"/>
              <a:defRPr sz="2700">
                <a:latin typeface="Times New Roman" panose="02020603050405020304" pitchFamily="18" charset="0"/>
                <a:cs typeface="Times New Roman" panose="02020603050405020304" pitchFamily="18" charset="0"/>
              </a:defRPr>
            </a:lvl2pPr>
            <a:lvl3pPr>
              <a:buClr>
                <a:schemeClr val="accent1">
                  <a:lumMod val="50000"/>
                </a:schemeClr>
              </a:buClr>
              <a:defRPr sz="2500">
                <a:latin typeface="Times New Roman" panose="02020603050405020304" pitchFamily="18" charset="0"/>
                <a:cs typeface="Times New Roman" panose="02020603050405020304" pitchFamily="18" charset="0"/>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dirty="0"/>
          </a:p>
        </p:txBody>
      </p:sp>
      <p:sp>
        <p:nvSpPr>
          <p:cNvPr id="4" name="Date Placeholder 3">
            <a:extLst>
              <a:ext uri="{FF2B5EF4-FFF2-40B4-BE49-F238E27FC236}">
                <a16:creationId xmlns:a16="http://schemas.microsoft.com/office/drawing/2014/main" id="{118B010A-678A-4078-620E-3AB8B4555FEC}"/>
              </a:ext>
            </a:extLst>
          </p:cNvPr>
          <p:cNvSpPr>
            <a:spLocks noGrp="1"/>
          </p:cNvSpPr>
          <p:nvPr>
            <p:ph type="dt" sz="half" idx="10"/>
          </p:nvPr>
        </p:nvSpPr>
        <p:spPr>
          <a:xfrm>
            <a:off x="3249930" y="6422538"/>
            <a:ext cx="1557495" cy="365125"/>
          </a:xfrm>
        </p:spPr>
        <p:txBody>
          <a:bodyPr/>
          <a:lstStyle/>
          <a:p>
            <a:fld id="{EE82F6FA-1E37-4420-AED0-A0FF255AAF4F}" type="datetimeFigureOut">
              <a:rPr lang="vi-VN" smtClean="0"/>
              <a:t>27/08/2026</a:t>
            </a:fld>
            <a:endParaRPr lang="vi-VN"/>
          </a:p>
        </p:txBody>
      </p:sp>
      <p:sp>
        <p:nvSpPr>
          <p:cNvPr id="5" name="Footer Placeholder 4">
            <a:extLst>
              <a:ext uri="{FF2B5EF4-FFF2-40B4-BE49-F238E27FC236}">
                <a16:creationId xmlns:a16="http://schemas.microsoft.com/office/drawing/2014/main" id="{2F2D6D9D-E0C2-194E-7BD2-69ACDA07DAB8}"/>
              </a:ext>
            </a:extLst>
          </p:cNvPr>
          <p:cNvSpPr>
            <a:spLocks noGrp="1"/>
          </p:cNvSpPr>
          <p:nvPr>
            <p:ph type="ftr" sz="quarter" idx="11"/>
          </p:nvPr>
        </p:nvSpPr>
        <p:spPr>
          <a:xfrm>
            <a:off x="5069378" y="6422539"/>
            <a:ext cx="5522424" cy="365125"/>
          </a:xfrm>
        </p:spPr>
        <p:txBody>
          <a:bodyPr/>
          <a:lstStyle/>
          <a:p>
            <a:endParaRPr lang="vi-VN"/>
          </a:p>
        </p:txBody>
      </p:sp>
      <p:sp>
        <p:nvSpPr>
          <p:cNvPr id="6" name="Slide Number Placeholder 5">
            <a:extLst>
              <a:ext uri="{FF2B5EF4-FFF2-40B4-BE49-F238E27FC236}">
                <a16:creationId xmlns:a16="http://schemas.microsoft.com/office/drawing/2014/main" id="{3F923D0B-34EF-0996-BBAF-BAF9F14E99C1}"/>
              </a:ext>
            </a:extLst>
          </p:cNvPr>
          <p:cNvSpPr>
            <a:spLocks noGrp="1"/>
          </p:cNvSpPr>
          <p:nvPr>
            <p:ph type="sldNum" sz="quarter" idx="12"/>
          </p:nvPr>
        </p:nvSpPr>
        <p:spPr>
          <a:xfrm>
            <a:off x="10822074" y="6422539"/>
            <a:ext cx="1024933" cy="365125"/>
          </a:xfrm>
        </p:spPr>
        <p:txBody>
          <a:bodyPr/>
          <a:lstStyle/>
          <a:p>
            <a:fld id="{CFD90AC4-89D3-4189-9A4F-940BB31DDED4}" type="slidenum">
              <a:rPr lang="vi-VN" smtClean="0"/>
              <a:t>‹#›</a:t>
            </a:fld>
            <a:endParaRPr lang="vi-VN"/>
          </a:p>
        </p:txBody>
      </p:sp>
      <p:pic>
        <p:nvPicPr>
          <p:cNvPr id="14" name="Picture 13">
            <a:extLst>
              <a:ext uri="{FF2B5EF4-FFF2-40B4-BE49-F238E27FC236}">
                <a16:creationId xmlns:a16="http://schemas.microsoft.com/office/drawing/2014/main" id="{C7C159AB-4E0C-4BC0-802A-C53C1F14C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14" y="5927325"/>
            <a:ext cx="781050" cy="781050"/>
          </a:xfrm>
          <a:prstGeom prst="rect">
            <a:avLst/>
          </a:prstGeom>
        </p:spPr>
      </p:pic>
      <p:sp>
        <p:nvSpPr>
          <p:cNvPr id="15" name="TextBox 14">
            <a:extLst>
              <a:ext uri="{FF2B5EF4-FFF2-40B4-BE49-F238E27FC236}">
                <a16:creationId xmlns:a16="http://schemas.microsoft.com/office/drawing/2014/main" id="{61AC3D6C-5272-4FCF-A408-737D8789E51A}"/>
              </a:ext>
            </a:extLst>
          </p:cNvPr>
          <p:cNvSpPr txBox="1"/>
          <p:nvPr/>
        </p:nvSpPr>
        <p:spPr>
          <a:xfrm>
            <a:off x="838201" y="6116928"/>
            <a:ext cx="2200274" cy="407804"/>
          </a:xfrm>
          <a:prstGeom prst="rect">
            <a:avLst/>
          </a:prstGeom>
          <a:noFill/>
        </p:spPr>
        <p:txBody>
          <a:bodyPr wrap="square" rtlCol="0">
            <a:spAutoFit/>
          </a:bodyPr>
          <a:lstStyle/>
          <a:p>
            <a:pPr algn="l"/>
            <a:r>
              <a:rPr lang="en-US" sz="1000" b="1" dirty="0">
                <a:latin typeface="Arial" panose="020B0604020202020204" pitchFamily="34" charset="0"/>
                <a:cs typeface="Arial" panose="020B0604020202020204" pitchFamily="34" charset="0"/>
              </a:rPr>
              <a:t>TRƯỜNG ĐHCN VIỆT – HUNG</a:t>
            </a:r>
          </a:p>
          <a:p>
            <a:pPr algn="l"/>
            <a:r>
              <a:rPr lang="en-US" sz="1050" b="0" dirty="0">
                <a:latin typeface="Arial" panose="020B0604020202020204" pitchFamily="34" charset="0"/>
                <a:cs typeface="Arial" panose="020B0604020202020204" pitchFamily="34" charset="0"/>
              </a:rPr>
              <a:t>KHOA CÔNG NGHỆ THÔNG TIN</a:t>
            </a:r>
          </a:p>
        </p:txBody>
      </p:sp>
      <p:cxnSp>
        <p:nvCxnSpPr>
          <p:cNvPr id="16" name="Straight Connector 15">
            <a:extLst>
              <a:ext uri="{FF2B5EF4-FFF2-40B4-BE49-F238E27FC236}">
                <a16:creationId xmlns:a16="http://schemas.microsoft.com/office/drawing/2014/main" id="{DA111FDC-A44A-4D15-B2B7-441B63D947F0}"/>
              </a:ext>
            </a:extLst>
          </p:cNvPr>
          <p:cNvCxnSpPr>
            <a:cxnSpLocks/>
          </p:cNvCxnSpPr>
          <p:nvPr/>
        </p:nvCxnSpPr>
        <p:spPr>
          <a:xfrm>
            <a:off x="838200" y="760845"/>
            <a:ext cx="11008807"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A363279C-13F5-4E3C-B708-5FD73BCA62E0}"/>
              </a:ext>
            </a:extLst>
          </p:cNvPr>
          <p:cNvCxnSpPr>
            <a:cxnSpLocks/>
          </p:cNvCxnSpPr>
          <p:nvPr/>
        </p:nvCxnSpPr>
        <p:spPr>
          <a:xfrm>
            <a:off x="3219450" y="6320830"/>
            <a:ext cx="8640734"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44103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50668-45F7-9477-015F-DBF4A2BCBC03}"/>
              </a:ext>
            </a:extLst>
          </p:cNvPr>
          <p:cNvSpPr>
            <a:spLocks noGrp="1"/>
          </p:cNvSpPr>
          <p:nvPr>
            <p:ph type="title"/>
          </p:nvPr>
        </p:nvSpPr>
        <p:spPr>
          <a:xfrm>
            <a:off x="767408" y="337932"/>
            <a:ext cx="7272808" cy="2087216"/>
          </a:xfrm>
        </p:spPr>
        <p:txBody>
          <a:bodyPr anchor="b">
            <a:normAutofit/>
          </a:bodyPr>
          <a:lstStyle>
            <a:lvl1pPr>
              <a:defRPr sz="4000" b="1">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Text Placeholder 2">
            <a:extLst>
              <a:ext uri="{FF2B5EF4-FFF2-40B4-BE49-F238E27FC236}">
                <a16:creationId xmlns:a16="http://schemas.microsoft.com/office/drawing/2014/main" id="{B3058F3E-F6C5-7206-824E-AA3A95A4F32A}"/>
              </a:ext>
            </a:extLst>
          </p:cNvPr>
          <p:cNvSpPr>
            <a:spLocks noGrp="1"/>
          </p:cNvSpPr>
          <p:nvPr>
            <p:ph type="body" idx="1"/>
          </p:nvPr>
        </p:nvSpPr>
        <p:spPr>
          <a:xfrm>
            <a:off x="767408" y="3197561"/>
            <a:ext cx="7272808" cy="3399791"/>
          </a:xfrm>
        </p:spPr>
        <p:txBody>
          <a:bodyPr>
            <a:normAutofit/>
          </a:bodyPr>
          <a:lstStyle>
            <a:lvl1pPr marL="342900" indent="-342900">
              <a:buFont typeface="Arial" panose="020B0604020202020204" pitchFamily="34" charset="0"/>
              <a:buChar char="•"/>
              <a:defRPr sz="2600">
                <a:solidFill>
                  <a:schemeClr val="tx2">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5" name="Straight Connector 4">
            <a:extLst>
              <a:ext uri="{FF2B5EF4-FFF2-40B4-BE49-F238E27FC236}">
                <a16:creationId xmlns:a16="http://schemas.microsoft.com/office/drawing/2014/main" id="{E9EDD2FF-DED4-4E60-9EA6-18134E7BCD13}"/>
              </a:ext>
            </a:extLst>
          </p:cNvPr>
          <p:cNvCxnSpPr>
            <a:cxnSpLocks/>
          </p:cNvCxnSpPr>
          <p:nvPr/>
        </p:nvCxnSpPr>
        <p:spPr>
          <a:xfrm>
            <a:off x="767408" y="2780838"/>
            <a:ext cx="7272808"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04537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152F-D4CD-79F1-790A-E0E27D23F41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32B4F3D1-7BA8-85EB-58A6-CD81E7B5D8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38A7D71C-4510-3462-286E-572D388808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3FB08144-5496-CF94-EA71-41573613C641}"/>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6" name="Footer Placeholder 5">
            <a:extLst>
              <a:ext uri="{FF2B5EF4-FFF2-40B4-BE49-F238E27FC236}">
                <a16:creationId xmlns:a16="http://schemas.microsoft.com/office/drawing/2014/main" id="{330D7191-E748-54F2-4D3F-0C481812F78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5E37DF99-8A15-5189-6DC3-A91B3918B78D}"/>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32816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2BCA1-BD84-2C7C-F9D6-3830A2CBC19E}"/>
              </a:ext>
            </a:extLst>
          </p:cNvPr>
          <p:cNvSpPr>
            <a:spLocks noGrp="1"/>
          </p:cNvSpPr>
          <p:nvPr>
            <p:ph type="title"/>
          </p:nvPr>
        </p:nvSpPr>
        <p:spPr>
          <a:xfrm>
            <a:off x="191344" y="44624"/>
            <a:ext cx="11162456" cy="623713"/>
          </a:xfrm>
        </p:spPr>
        <p:txBody>
          <a:bodyPr>
            <a:normAutofit/>
          </a:bodyPr>
          <a:lstStyle>
            <a:lvl1pPr>
              <a:defRPr sz="3600" b="1">
                <a:solidFill>
                  <a:srgbClr val="C00000"/>
                </a:solidFill>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Text Placeholder 2">
            <a:extLst>
              <a:ext uri="{FF2B5EF4-FFF2-40B4-BE49-F238E27FC236}">
                <a16:creationId xmlns:a16="http://schemas.microsoft.com/office/drawing/2014/main" id="{EA6289A0-18F1-7C47-2E1E-30E12C6C4F17}"/>
              </a:ext>
            </a:extLst>
          </p:cNvPr>
          <p:cNvSpPr>
            <a:spLocks noGrp="1"/>
          </p:cNvSpPr>
          <p:nvPr>
            <p:ph type="body" idx="1"/>
          </p:nvPr>
        </p:nvSpPr>
        <p:spPr>
          <a:xfrm>
            <a:off x="836612" y="876896"/>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5E6891-E4AD-85D7-1628-5D6789061C05}"/>
              </a:ext>
            </a:extLst>
          </p:cNvPr>
          <p:cNvSpPr>
            <a:spLocks noGrp="1"/>
          </p:cNvSpPr>
          <p:nvPr>
            <p:ph sz="half" idx="2"/>
          </p:nvPr>
        </p:nvSpPr>
        <p:spPr>
          <a:xfrm>
            <a:off x="839788" y="1867494"/>
            <a:ext cx="5157787" cy="4322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dirty="0"/>
          </a:p>
        </p:txBody>
      </p:sp>
      <p:sp>
        <p:nvSpPr>
          <p:cNvPr id="5" name="Text Placeholder 4">
            <a:extLst>
              <a:ext uri="{FF2B5EF4-FFF2-40B4-BE49-F238E27FC236}">
                <a16:creationId xmlns:a16="http://schemas.microsoft.com/office/drawing/2014/main" id="{9E820BC7-451A-7ABA-748D-77F143651CD4}"/>
              </a:ext>
            </a:extLst>
          </p:cNvPr>
          <p:cNvSpPr>
            <a:spLocks noGrp="1"/>
          </p:cNvSpPr>
          <p:nvPr>
            <p:ph type="body" sz="quarter" idx="3"/>
          </p:nvPr>
        </p:nvSpPr>
        <p:spPr>
          <a:xfrm>
            <a:off x="6169396" y="87689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F6FE71-FD31-6CAB-D845-9643CBFBFD8C}"/>
              </a:ext>
            </a:extLst>
          </p:cNvPr>
          <p:cNvSpPr>
            <a:spLocks noGrp="1"/>
          </p:cNvSpPr>
          <p:nvPr>
            <p:ph sz="quarter" idx="4"/>
          </p:nvPr>
        </p:nvSpPr>
        <p:spPr>
          <a:xfrm>
            <a:off x="6172200" y="1867496"/>
            <a:ext cx="5183188" cy="4322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dirty="0"/>
          </a:p>
        </p:txBody>
      </p:sp>
      <p:sp>
        <p:nvSpPr>
          <p:cNvPr id="7" name="Date Placeholder 6">
            <a:extLst>
              <a:ext uri="{FF2B5EF4-FFF2-40B4-BE49-F238E27FC236}">
                <a16:creationId xmlns:a16="http://schemas.microsoft.com/office/drawing/2014/main" id="{727C4489-0AED-E4A4-A89A-9D3403C1B783}"/>
              </a:ext>
            </a:extLst>
          </p:cNvPr>
          <p:cNvSpPr>
            <a:spLocks noGrp="1"/>
          </p:cNvSpPr>
          <p:nvPr>
            <p:ph type="dt" sz="half" idx="10"/>
          </p:nvPr>
        </p:nvSpPr>
        <p:spPr>
          <a:xfrm>
            <a:off x="3791744" y="6394450"/>
            <a:ext cx="1368152" cy="365125"/>
          </a:xfrm>
        </p:spPr>
        <p:txBody>
          <a:bodyPr/>
          <a:lstStyle/>
          <a:p>
            <a:fld id="{EE82F6FA-1E37-4420-AED0-A0FF255AAF4F}" type="datetimeFigureOut">
              <a:rPr lang="vi-VN" smtClean="0"/>
              <a:t>27/08/2026</a:t>
            </a:fld>
            <a:endParaRPr lang="vi-VN"/>
          </a:p>
        </p:txBody>
      </p:sp>
      <p:sp>
        <p:nvSpPr>
          <p:cNvPr id="8" name="Footer Placeholder 7">
            <a:extLst>
              <a:ext uri="{FF2B5EF4-FFF2-40B4-BE49-F238E27FC236}">
                <a16:creationId xmlns:a16="http://schemas.microsoft.com/office/drawing/2014/main" id="{23B89D32-EB02-2C3C-2E4A-C4BABF44814C}"/>
              </a:ext>
            </a:extLst>
          </p:cNvPr>
          <p:cNvSpPr>
            <a:spLocks noGrp="1"/>
          </p:cNvSpPr>
          <p:nvPr>
            <p:ph type="ftr" sz="quarter" idx="11"/>
          </p:nvPr>
        </p:nvSpPr>
        <p:spPr>
          <a:xfrm>
            <a:off x="5375920" y="6403975"/>
            <a:ext cx="4518379" cy="365125"/>
          </a:xfrm>
        </p:spPr>
        <p:txBody>
          <a:bodyPr/>
          <a:lstStyle/>
          <a:p>
            <a:endParaRPr lang="vi-VN"/>
          </a:p>
        </p:txBody>
      </p:sp>
      <p:sp>
        <p:nvSpPr>
          <p:cNvPr id="9" name="Slide Number Placeholder 8">
            <a:extLst>
              <a:ext uri="{FF2B5EF4-FFF2-40B4-BE49-F238E27FC236}">
                <a16:creationId xmlns:a16="http://schemas.microsoft.com/office/drawing/2014/main" id="{4076B6F6-AEBE-9D12-A686-62F0AC23BAA3}"/>
              </a:ext>
            </a:extLst>
          </p:cNvPr>
          <p:cNvSpPr>
            <a:spLocks noGrp="1"/>
          </p:cNvSpPr>
          <p:nvPr>
            <p:ph type="sldNum" sz="quarter" idx="12"/>
          </p:nvPr>
        </p:nvSpPr>
        <p:spPr>
          <a:xfrm>
            <a:off x="10128448" y="6394450"/>
            <a:ext cx="1225352" cy="365125"/>
          </a:xfrm>
        </p:spPr>
        <p:txBody>
          <a:bodyPr/>
          <a:lstStyle/>
          <a:p>
            <a:fld id="{CFD90AC4-89D3-4189-9A4F-940BB31DDED4}" type="slidenum">
              <a:rPr lang="vi-VN" smtClean="0"/>
              <a:t>‹#›</a:t>
            </a:fld>
            <a:endParaRPr lang="vi-VN"/>
          </a:p>
        </p:txBody>
      </p:sp>
      <p:pic>
        <p:nvPicPr>
          <p:cNvPr id="10" name="Picture 9">
            <a:extLst>
              <a:ext uri="{FF2B5EF4-FFF2-40B4-BE49-F238E27FC236}">
                <a16:creationId xmlns:a16="http://schemas.microsoft.com/office/drawing/2014/main" id="{247BFE55-F477-499B-BA6F-F40E3DCDC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14" y="5965425"/>
            <a:ext cx="781050" cy="781050"/>
          </a:xfrm>
          <a:prstGeom prst="rect">
            <a:avLst/>
          </a:prstGeom>
        </p:spPr>
      </p:pic>
      <p:sp>
        <p:nvSpPr>
          <p:cNvPr id="11" name="TextBox 10">
            <a:extLst>
              <a:ext uri="{FF2B5EF4-FFF2-40B4-BE49-F238E27FC236}">
                <a16:creationId xmlns:a16="http://schemas.microsoft.com/office/drawing/2014/main" id="{DA36C6E0-BB66-464A-9348-BF02519EB06E}"/>
              </a:ext>
            </a:extLst>
          </p:cNvPr>
          <p:cNvSpPr txBox="1"/>
          <p:nvPr/>
        </p:nvSpPr>
        <p:spPr>
          <a:xfrm>
            <a:off x="838201" y="6155028"/>
            <a:ext cx="2453640" cy="407804"/>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TRƯỜNG ĐHCN VIỆT – HUNG</a:t>
            </a:r>
          </a:p>
          <a:p>
            <a:pPr algn="ctr"/>
            <a:r>
              <a:rPr lang="en-US" sz="1050" b="0" dirty="0">
                <a:latin typeface="Arial" panose="020B0604020202020204" pitchFamily="34" charset="0"/>
                <a:cs typeface="Arial" panose="020B0604020202020204" pitchFamily="34" charset="0"/>
              </a:rPr>
              <a:t>KHOA CÔNG NGHỆ THÔNG TIN</a:t>
            </a:r>
          </a:p>
        </p:txBody>
      </p:sp>
      <p:cxnSp>
        <p:nvCxnSpPr>
          <p:cNvPr id="12" name="Straight Connector 11">
            <a:extLst>
              <a:ext uri="{FF2B5EF4-FFF2-40B4-BE49-F238E27FC236}">
                <a16:creationId xmlns:a16="http://schemas.microsoft.com/office/drawing/2014/main" id="{3A0BDCB8-E79C-4EF3-A6DB-78F45B7DBA6B}"/>
              </a:ext>
            </a:extLst>
          </p:cNvPr>
          <p:cNvCxnSpPr>
            <a:cxnSpLocks/>
          </p:cNvCxnSpPr>
          <p:nvPr/>
        </p:nvCxnSpPr>
        <p:spPr>
          <a:xfrm>
            <a:off x="3383280" y="6320830"/>
            <a:ext cx="7969304"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90877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C6E66-319A-1215-98E1-7A351E80867A}"/>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85CA1B2C-1541-DEB5-E1B4-B14200E556B0}"/>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4" name="Footer Placeholder 3">
            <a:extLst>
              <a:ext uri="{FF2B5EF4-FFF2-40B4-BE49-F238E27FC236}">
                <a16:creationId xmlns:a16="http://schemas.microsoft.com/office/drawing/2014/main" id="{E59D2EC3-2CD7-DEA3-C993-12C341F70DC0}"/>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0951668F-33B3-94B6-8F5E-4967B0A794FF}"/>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241949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E272D4-BA3A-051A-6B42-3E5F9A8BCE1D}"/>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3" name="Footer Placeholder 2">
            <a:extLst>
              <a:ext uri="{FF2B5EF4-FFF2-40B4-BE49-F238E27FC236}">
                <a16:creationId xmlns:a16="http://schemas.microsoft.com/office/drawing/2014/main" id="{8862867C-A7E1-4D4C-E4FD-211B38C00793}"/>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5C1F940F-130F-AB61-2F0A-98015CB11C17}"/>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162941801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CEEB6-60B5-880A-83DA-3126665706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FA5203F7-BF9B-6A79-2933-5D00C85480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0B2D3BA-A837-C6E6-B90D-190F4CEF03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F11A1C-7032-FE2B-3E4D-541197461C65}"/>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6" name="Footer Placeholder 5">
            <a:extLst>
              <a:ext uri="{FF2B5EF4-FFF2-40B4-BE49-F238E27FC236}">
                <a16:creationId xmlns:a16="http://schemas.microsoft.com/office/drawing/2014/main" id="{857BB6C3-25B9-4CA2-6931-78C5C3D98D8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62262A3E-5B18-28D8-5707-3F6181A15907}"/>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1356626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7C01D-BC44-1F5E-54E5-BDFA2E3909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740DB936-0EC5-BCB2-948D-5AD7241B93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vi-VN"/>
          </a:p>
        </p:txBody>
      </p:sp>
      <p:sp>
        <p:nvSpPr>
          <p:cNvPr id="4" name="Text Placeholder 3">
            <a:extLst>
              <a:ext uri="{FF2B5EF4-FFF2-40B4-BE49-F238E27FC236}">
                <a16:creationId xmlns:a16="http://schemas.microsoft.com/office/drawing/2014/main" id="{6237D352-4D42-C232-1035-ACA06D992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0953CA-88AB-8967-738C-BB2FA5F5E182}"/>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6" name="Footer Placeholder 5">
            <a:extLst>
              <a:ext uri="{FF2B5EF4-FFF2-40B4-BE49-F238E27FC236}">
                <a16:creationId xmlns:a16="http://schemas.microsoft.com/office/drawing/2014/main" id="{0213E5F1-A966-40AD-3397-9EC6F0172710}"/>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5CF2A41-64ED-D63D-2495-81487E86E52D}"/>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67588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FAD81-8805-407D-1A1F-D1B4963602C9}"/>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D918FC8A-8A1F-5FA0-9980-B8E168B49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B2FE935-E6BB-4A36-95EE-27B97DDE3601}"/>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5" name="Footer Placeholder 4">
            <a:extLst>
              <a:ext uri="{FF2B5EF4-FFF2-40B4-BE49-F238E27FC236}">
                <a16:creationId xmlns:a16="http://schemas.microsoft.com/office/drawing/2014/main" id="{B00BDEA9-8A30-13D3-03E3-525ABA824F1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8B27FA8-0B21-5D02-0BDF-ABF3F6F7AC96}"/>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3441527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8767EB-517D-29F1-7DB7-BEF56825B7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207DE87C-C932-A712-04A1-E6E4DE51A0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F3D8FC9-7303-3F78-729C-91E25F5B4D1A}"/>
              </a:ext>
            </a:extLst>
          </p:cNvPr>
          <p:cNvSpPr>
            <a:spLocks noGrp="1"/>
          </p:cNvSpPr>
          <p:nvPr>
            <p:ph type="dt" sz="half" idx="10"/>
          </p:nvPr>
        </p:nvSpPr>
        <p:spPr/>
        <p:txBody>
          <a:bodyPr/>
          <a:lstStyle/>
          <a:p>
            <a:fld id="{EE82F6FA-1E37-4420-AED0-A0FF255AAF4F}" type="datetimeFigureOut">
              <a:rPr lang="vi-VN" smtClean="0"/>
              <a:t>27/08/2026</a:t>
            </a:fld>
            <a:endParaRPr lang="vi-VN"/>
          </a:p>
        </p:txBody>
      </p:sp>
      <p:sp>
        <p:nvSpPr>
          <p:cNvPr id="5" name="Footer Placeholder 4">
            <a:extLst>
              <a:ext uri="{FF2B5EF4-FFF2-40B4-BE49-F238E27FC236}">
                <a16:creationId xmlns:a16="http://schemas.microsoft.com/office/drawing/2014/main" id="{355FDF57-B34F-117A-A3FE-6D1F778419E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FB16E8E-CBFB-C6D5-B463-3201E0B8B21E}"/>
              </a:ext>
            </a:extLst>
          </p:cNvPr>
          <p:cNvSpPr>
            <a:spLocks noGrp="1"/>
          </p:cNvSpPr>
          <p:nvPr>
            <p:ph type="sldNum" sz="quarter" idx="12"/>
          </p:nvPr>
        </p:nvSpPr>
        <p:spPr/>
        <p:txBody>
          <a:bodyPr/>
          <a:lstStyle/>
          <a:p>
            <a:fld id="{CFD90AC4-89D3-4189-9A4F-940BB31DDED4}" type="slidenum">
              <a:rPr lang="vi-VN" smtClean="0"/>
              <a:t>‹#›</a:t>
            </a:fld>
            <a:endParaRPr lang="vi-VN"/>
          </a:p>
        </p:txBody>
      </p:sp>
    </p:spTree>
    <p:extLst>
      <p:ext uri="{BB962C8B-B14F-4D97-AF65-F5344CB8AC3E}">
        <p14:creationId xmlns:p14="http://schemas.microsoft.com/office/powerpoint/2010/main" val="13903782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E15A2D-757E-15B9-013E-DA9A649194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dirty="0"/>
          </a:p>
        </p:txBody>
      </p:sp>
      <p:sp>
        <p:nvSpPr>
          <p:cNvPr id="3" name="Text Placeholder 2">
            <a:extLst>
              <a:ext uri="{FF2B5EF4-FFF2-40B4-BE49-F238E27FC236}">
                <a16:creationId xmlns:a16="http://schemas.microsoft.com/office/drawing/2014/main" id="{1B486FCD-022D-7575-8DDF-93DBD787BD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9757A0A-D05D-C643-932D-283F053DCE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82F6FA-1E37-4420-AED0-A0FF255AAF4F}" type="datetimeFigureOut">
              <a:rPr lang="vi-VN" smtClean="0"/>
              <a:t>27/08/2026</a:t>
            </a:fld>
            <a:endParaRPr lang="vi-VN"/>
          </a:p>
        </p:txBody>
      </p:sp>
      <p:sp>
        <p:nvSpPr>
          <p:cNvPr id="5" name="Footer Placeholder 4">
            <a:extLst>
              <a:ext uri="{FF2B5EF4-FFF2-40B4-BE49-F238E27FC236}">
                <a16:creationId xmlns:a16="http://schemas.microsoft.com/office/drawing/2014/main" id="{14F8A4F6-B6DE-8621-044A-924B4B1C1F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518D2299-26A4-0C87-B6B2-FA2ABE44FA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D90AC4-89D3-4189-9A4F-940BB31DDED4}" type="slidenum">
              <a:rPr lang="vi-VN" smtClean="0"/>
              <a:t>‹#›</a:t>
            </a:fld>
            <a:endParaRPr lang="vi-VN"/>
          </a:p>
        </p:txBody>
      </p:sp>
    </p:spTree>
    <p:extLst>
      <p:ext uri="{BB962C8B-B14F-4D97-AF65-F5344CB8AC3E}">
        <p14:creationId xmlns:p14="http://schemas.microsoft.com/office/powerpoint/2010/main" val="4946284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4A9BA-6CE2-6329-D776-AC4A31BBDDDE}"/>
              </a:ext>
            </a:extLst>
          </p:cNvPr>
          <p:cNvSpPr>
            <a:spLocks noGrp="1"/>
          </p:cNvSpPr>
          <p:nvPr>
            <p:ph type="ctrTitle"/>
          </p:nvPr>
        </p:nvSpPr>
        <p:spPr>
          <a:xfrm>
            <a:off x="3032450" y="2425959"/>
            <a:ext cx="8864082" cy="2048328"/>
          </a:xfrm>
        </p:spPr>
        <p:txBody>
          <a:bodyPr>
            <a:normAutofit/>
          </a:bodyPr>
          <a:lstStyle/>
          <a:p>
            <a:pPr algn="l">
              <a:spcAft>
                <a:spcPts val="1000"/>
              </a:spcAft>
            </a:pPr>
            <a:r>
              <a:rPr sz="3000" b="1">
                <a:solidFill>
                  <a:srgbClr val="1B1B1B"/>
                </a:solidFill>
                <a:latin typeface="Times New Roman"/>
              </a:rPr>
              <a:t>Báo cáo tiến độ ĐATN</a:t>
            </a:r>
            <a:endParaRPr lang="vi-VN" dirty="0"/>
          </a:p>
          <a:p>
            <a:pPr algn="l">
              <a:spcAft>
                <a:spcPts val="1000"/>
              </a:spcAft>
            </a:pPr>
            <a:r>
              <a:rPr sz="3000" b="1">
                <a:solidFill>
                  <a:srgbClr val="1B1B1B"/>
                </a:solidFill>
                <a:latin typeface="Times New Roman"/>
              </a:rPr>
              <a:t>Xây dựng hệ thống AI hỗ trợ tư vấn, định hướng hồ sơ và quản trị tuyển dụng điều dưỡng Nhật Bản</a:t>
            </a:r>
          </a:p>
        </p:txBody>
      </p:sp>
      <p:sp>
        <p:nvSpPr>
          <p:cNvPr id="3" name="Subtitle 2">
            <a:extLst>
              <a:ext uri="{FF2B5EF4-FFF2-40B4-BE49-F238E27FC236}">
                <a16:creationId xmlns:a16="http://schemas.microsoft.com/office/drawing/2014/main" id="{543F3F36-DC4B-B17C-B33E-038309D4B2E4}"/>
              </a:ext>
            </a:extLst>
          </p:cNvPr>
          <p:cNvSpPr>
            <a:spLocks noGrp="1"/>
          </p:cNvSpPr>
          <p:nvPr>
            <p:ph type="subTitle" idx="1"/>
          </p:nvPr>
        </p:nvSpPr>
        <p:spPr/>
        <p:txBody>
          <a:bodyPr>
            <a:normAutofit/>
          </a:bodyPr>
          <a:lstStyle/>
          <a:p>
            <a:pPr algn="l">
              <a:spcAft>
                <a:spcPts val="600"/>
              </a:spcAft>
            </a:pPr>
            <a:r>
              <a:rPr sz="2000" b="0">
                <a:solidFill>
                  <a:srgbClr val="555555"/>
                </a:solidFill>
                <a:latin typeface="Times New Roman"/>
              </a:rPr>
              <a:t>Sinh viên thực hiện: Hoàng Minh Đức — 2200583</a:t>
            </a:r>
          </a:p>
          <a:p>
            <a:pPr algn="l">
              <a:spcAft>
                <a:spcPts val="600"/>
              </a:spcAft>
            </a:pPr>
            <a:r>
              <a:rPr sz="2000" b="0">
                <a:solidFill>
                  <a:srgbClr val="555555"/>
                </a:solidFill>
                <a:latin typeface="Times New Roman"/>
              </a:rPr>
              <a:t>Giảng viên hướng dẫn: TS. Nguyễn Hồng Quân</a:t>
            </a:r>
          </a:p>
          <a:p>
            <a:pPr algn="l">
              <a:spcAft>
                <a:spcPts val="600"/>
              </a:spcAft>
            </a:pPr>
            <a:r>
              <a:rPr sz="2000" b="0">
                <a:solidFill>
                  <a:srgbClr val="555555"/>
                </a:solidFill>
                <a:latin typeface="Times New Roman"/>
              </a:rPr>
              <a:t>Lớp K4658 - CNTT · Tháng 9 năm 2026</a:t>
            </a:r>
          </a:p>
        </p:txBody>
      </p:sp>
    </p:spTree>
    <p:extLst>
      <p:ext uri="{BB962C8B-B14F-4D97-AF65-F5344CB8AC3E}">
        <p14:creationId xmlns:p14="http://schemas.microsoft.com/office/powerpoint/2010/main" val="4072888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607FF-A1F5-C829-18B7-E36D44698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40EE7-3189-C404-DEF9-90C955DD2CC7}"/>
              </a:ext>
            </a:extLst>
          </p:cNvPr>
          <p:cNvSpPr>
            <a:spLocks noGrp="1"/>
          </p:cNvSpPr>
          <p:nvPr>
            <p:ph type="title"/>
          </p:nvPr>
        </p:nvSpPr>
        <p:spPr/>
        <p:txBody>
          <a:bodyPr/>
          <a:lstStyle/>
          <a:p>
            <a:pPr>
              <a:spcAft>
                <a:spcPts val="600"/>
              </a:spcAft>
            </a:pPr>
            <a:r>
              <a:rPr sz="3200" b="1">
                <a:solidFill>
                  <a:srgbClr val="1B1B1B"/>
                </a:solidFill>
                <a:latin typeface="Times New Roman"/>
              </a:rPr>
              <a:t>Nội dung chính</a:t>
            </a:r>
            <a:endParaRPr lang="vi-VN" dirty="0"/>
          </a:p>
        </p:txBody>
      </p:sp>
      <p:sp>
        <p:nvSpPr>
          <p:cNvPr id="3" name="Content Placeholder 2">
            <a:extLst>
              <a:ext uri="{FF2B5EF4-FFF2-40B4-BE49-F238E27FC236}">
                <a16:creationId xmlns:a16="http://schemas.microsoft.com/office/drawing/2014/main" id="{04F80091-A4DB-2604-817B-23A24698F578}"/>
              </a:ext>
            </a:extLst>
          </p:cNvPr>
          <p:cNvSpPr>
            <a:spLocks noGrp="1"/>
          </p:cNvSpPr>
          <p:nvPr>
            <p:ph idx="1"/>
          </p:nvPr>
        </p:nvSpPr>
        <p:spPr>
          <a:xfrm>
            <a:off x="838200" y="885720"/>
            <a:ext cx="11082556" cy="5191230"/>
          </a:xfrm>
        </p:spPr>
        <p:txBody>
          <a:bodyPr>
            <a:normAutofit/>
          </a:bodyPr>
          <a:lstStyle/>
          <a:p>
            <a:pPr>
              <a:spcAft>
                <a:spcPts val="1800"/>
              </a:spcAft>
            </a:pPr>
            <a:r>
              <a:rPr sz="2400" b="0">
                <a:solidFill>
                  <a:srgbClr val="1B1B1B"/>
                </a:solidFill>
                <a:latin typeface="Times New Roman"/>
              </a:rPr>
              <a:t>Nội dung trình bày trong cuộc họp trước</a:t>
            </a:r>
            <a:endParaRPr lang="vi-VN" dirty="0"/>
          </a:p>
          <a:p>
            <a:pPr>
              <a:spcAft>
                <a:spcPts val="1800"/>
              </a:spcAft>
            </a:pPr>
            <a:r>
              <a:rPr sz="2400" b="0">
                <a:solidFill>
                  <a:srgbClr val="1B1B1B"/>
                </a:solidFill>
                <a:latin typeface="Times New Roman"/>
              </a:rPr>
              <a:t>Các nội dung thực hiện và kết quả</a:t>
            </a:r>
          </a:p>
          <a:p>
            <a:pPr>
              <a:spcAft>
                <a:spcPts val="1800"/>
              </a:spcAft>
            </a:pPr>
            <a:r>
              <a:rPr sz="2400" b="0">
                <a:solidFill>
                  <a:srgbClr val="1B1B1B"/>
                </a:solidFill>
                <a:latin typeface="Times New Roman"/>
              </a:rPr>
              <a:t>Kế hoạch công việc tiếp theo</a:t>
            </a:r>
          </a:p>
        </p:txBody>
      </p:sp>
    </p:spTree>
    <p:extLst>
      <p:ext uri="{BB962C8B-B14F-4D97-AF65-F5344CB8AC3E}">
        <p14:creationId xmlns:p14="http://schemas.microsoft.com/office/powerpoint/2010/main" val="1830971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262B99-D76A-4815-B321-4AEBBAB4EEB4}"/>
              </a:ext>
            </a:extLst>
          </p:cNvPr>
          <p:cNvSpPr>
            <a:spLocks noGrp="1"/>
          </p:cNvSpPr>
          <p:nvPr>
            <p:ph type="title"/>
          </p:nvPr>
        </p:nvSpPr>
        <p:spPr/>
        <p:txBody>
          <a:bodyPr>
            <a:normAutofit/>
          </a:bodyPr>
          <a:lstStyle/>
          <a:p>
            <a:pPr>
              <a:spcAft>
                <a:spcPts val="600"/>
              </a:spcAft>
            </a:pPr>
            <a:r>
              <a:rPr sz="3000" b="1">
                <a:solidFill>
                  <a:srgbClr val="1B1B1B"/>
                </a:solidFill>
                <a:latin typeface="Times New Roman"/>
              </a:rPr>
              <a:t>Nội dung trình bày trong cuộc họp trước</a:t>
            </a:r>
          </a:p>
        </p:txBody>
      </p:sp>
      <p:sp>
        <p:nvSpPr>
          <p:cNvPr id="5" name="Text Placeholder 4">
            <a:extLst>
              <a:ext uri="{FF2B5EF4-FFF2-40B4-BE49-F238E27FC236}">
                <a16:creationId xmlns:a16="http://schemas.microsoft.com/office/drawing/2014/main" id="{ED8302D3-8C58-4243-8896-B9AD48BA0253}"/>
              </a:ext>
            </a:extLst>
          </p:cNvPr>
          <p:cNvSpPr>
            <a:spLocks noGrp="1"/>
          </p:cNvSpPr>
          <p:nvPr>
            <p:ph type="body" idx="1"/>
          </p:nvPr>
        </p:nvSpPr>
        <p:spPr/>
        <p:txBody>
          <a:bodyPr/>
          <a:lstStyle/>
          <a:p>
            <a:pPr>
              <a:spcAft>
                <a:spcPts val="600"/>
              </a:spcAft>
            </a:pPr>
            <a:r>
              <a:rPr sz="1800" b="0">
                <a:solidFill>
                  <a:srgbClr val="555555"/>
                </a:solidFill>
                <a:latin typeface="Times New Roman"/>
              </a:rPr>
              <a:t>Phát biểu bài toán, phạm vi đề tài và thiết kế dự kiến.</a:t>
            </a:r>
            <a:endParaRPr lang="en-US"/>
          </a:p>
        </p:txBody>
      </p:sp>
    </p:spTree>
    <p:extLst>
      <p:ext uri="{BB962C8B-B14F-4D97-AF65-F5344CB8AC3E}">
        <p14:creationId xmlns:p14="http://schemas.microsoft.com/office/powerpoint/2010/main" val="4277902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1283-BBDD-4A4B-83D2-99E429BE4346}"/>
              </a:ext>
            </a:extLst>
          </p:cNvPr>
          <p:cNvSpPr>
            <a:spLocks noGrp="1"/>
          </p:cNvSpPr>
          <p:nvPr>
            <p:ph type="title"/>
          </p:nvPr>
        </p:nvSpPr>
        <p:spPr/>
        <p:txBody>
          <a:bodyPr/>
          <a:lstStyle/>
          <a:p>
            <a:pPr>
              <a:spcAft>
                <a:spcPts val="600"/>
              </a:spcAft>
            </a:pPr>
            <a:r>
              <a:rPr sz="2800" b="1">
                <a:solidFill>
                  <a:srgbClr val="1B1B1B"/>
                </a:solidFill>
                <a:latin typeface="Times New Roman"/>
              </a:rPr>
              <a:t>Những nội dung đã trình bày</a:t>
            </a:r>
            <a:endParaRPr lang="en-US"/>
          </a:p>
        </p:txBody>
      </p:sp>
      <p:sp>
        <p:nvSpPr>
          <p:cNvPr id="5" name="Content Placeholder 4">
            <a:extLst>
              <a:ext uri="{FF2B5EF4-FFF2-40B4-BE49-F238E27FC236}">
                <a16:creationId xmlns:a16="http://schemas.microsoft.com/office/drawing/2014/main" id="{E0C69275-9296-4AD9-871E-D8CCB2ED1B07}"/>
              </a:ext>
            </a:extLst>
          </p:cNvPr>
          <p:cNvSpPr>
            <a:spLocks noGrp="1"/>
          </p:cNvSpPr>
          <p:nvPr>
            <p:ph idx="1"/>
          </p:nvPr>
        </p:nvSpPr>
        <p:spPr/>
        <p:txBody>
          <a:bodyPr/>
          <a:lstStyle/>
          <a:p>
            <a:pPr>
              <a:spcAft>
                <a:spcPts val="800"/>
              </a:spcAft>
            </a:pPr>
            <a:r>
              <a:rPr sz="1800" b="0">
                <a:solidFill>
                  <a:srgbClr val="1B1B1B"/>
                </a:solidFill>
                <a:latin typeface="Times New Roman"/>
              </a:rPr>
              <a:t>Bài toán: dữ liệu ứng viên nằm rải rác trong CV, biểu mẫu và hội thoại; nhân viên phải hỏi lại và đối chiếu điều kiện bằng trí nhớ.</a:t>
            </a:r>
            <a:endParaRPr lang="en-US"/>
          </a:p>
          <a:p>
            <a:pPr>
              <a:spcAft>
                <a:spcPts val="800"/>
              </a:spcAft>
            </a:pPr>
            <a:r>
              <a:rPr sz="1800" b="0">
                <a:solidFill>
                  <a:srgbClr val="1B1B1B"/>
                </a:solidFill>
                <a:latin typeface="Times New Roman"/>
              </a:rPr>
              <a:t>Bốn điểm nghẽn của quy trình thủ công:</a:t>
            </a:r>
          </a:p>
          <a:p>
            <a:pPr lvl="1">
              <a:spcAft>
                <a:spcPts val="800"/>
              </a:spcAft>
            </a:pPr>
            <a:r>
              <a:rPr sz="1600" b="0">
                <a:solidFill>
                  <a:srgbClr val="1B1B1B"/>
                </a:solidFill>
                <a:latin typeface="Times New Roman"/>
              </a:rPr>
              <a:t>Lặp lại câu hỏi cơ bản, phần lớn phát sinh ngoài giờ hành chính</a:t>
            </a:r>
          </a:p>
          <a:p>
            <a:pPr lvl="1">
              <a:spcAft>
                <a:spcPts val="800"/>
              </a:spcAft>
            </a:pPr>
            <a:r>
              <a:rPr sz="1600" b="0">
                <a:solidFill>
                  <a:srgbClr val="1B1B1B"/>
                </a:solidFill>
                <a:latin typeface="Times New Roman"/>
              </a:rPr>
              <a:t>Dữ liệu phân tán, mất mát khi chuyển người phụ trách</a:t>
            </a:r>
          </a:p>
          <a:p>
            <a:pPr lvl="1">
              <a:spcAft>
                <a:spcPts val="800"/>
              </a:spcAft>
            </a:pPr>
            <a:r>
              <a:rPr sz="1600" b="0">
                <a:solidFill>
                  <a:srgbClr val="1B1B1B"/>
                </a:solidFill>
                <a:latin typeface="Times New Roman"/>
              </a:rPr>
              <a:t>Đối chiếu điều kiện bằng trí nhớ, không giải trình được</a:t>
            </a:r>
          </a:p>
          <a:p>
            <a:pPr lvl="1">
              <a:spcAft>
                <a:spcPts val="800"/>
              </a:spcAft>
            </a:pPr>
            <a:r>
              <a:rPr sz="1600" b="0">
                <a:solidFill>
                  <a:srgbClr val="1B1B1B"/>
                </a:solidFill>
                <a:latin typeface="Times New Roman"/>
              </a:rPr>
              <a:t>Ứng viên không biết hồ sơ của mình đang ở bước nào</a:t>
            </a:r>
          </a:p>
          <a:p>
            <a:pPr>
              <a:spcAft>
                <a:spcPts val="800"/>
              </a:spcAft>
            </a:pPr>
            <a:r>
              <a:rPr sz="1800" b="0">
                <a:solidFill>
                  <a:srgbClr val="1B1B1B"/>
                </a:solidFill>
                <a:latin typeface="Times New Roman"/>
              </a:rPr>
              <a:t>Phạm vi: giới hạn ở ngành điều dưỡng và hộ lý Nhật Bản; không làm tiếp quản hội thoại trực tiếp, không tích hợp mạng xã hội.</a:t>
            </a:r>
          </a:p>
          <a:p>
            <a:pPr>
              <a:spcAft>
                <a:spcPts val="800"/>
              </a:spcAft>
            </a:pPr>
            <a:r>
              <a:rPr sz="1800" b="0">
                <a:solidFill>
                  <a:srgbClr val="1B1B1B"/>
                </a:solidFill>
                <a:latin typeface="Times New Roman"/>
              </a:rPr>
              <a:t>Thiết kế dự kiến: kiến trúc bốn khối, cơ sở dữ liệu nghiệp vụ, và nguyên tắc mô hình ngôn ngữ không ra quyết định nghiệp vụ.</a:t>
            </a:r>
          </a:p>
        </p:txBody>
      </p:sp>
    </p:spTree>
    <p:extLst>
      <p:ext uri="{BB962C8B-B14F-4D97-AF65-F5344CB8AC3E}">
        <p14:creationId xmlns:p14="http://schemas.microsoft.com/office/powerpoint/2010/main" val="1702919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2D10-17E1-0E7B-9344-6849D884A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7D588-14ED-4EFF-7E2C-2C2A43AF853F}"/>
              </a:ext>
            </a:extLst>
          </p:cNvPr>
          <p:cNvSpPr>
            <a:spLocks noGrp="1"/>
          </p:cNvSpPr>
          <p:nvPr>
            <p:ph type="title"/>
          </p:nvPr>
        </p:nvSpPr>
        <p:spPr/>
        <p:txBody>
          <a:bodyPr>
            <a:noAutofit/>
          </a:bodyPr>
          <a:lstStyle/>
          <a:p>
            <a:pPr algn="ctr">
              <a:spcAft>
                <a:spcPts val="600"/>
              </a:spcAft>
            </a:pPr>
            <a:r>
              <a:rPr sz="3000" b="1">
                <a:solidFill>
                  <a:srgbClr val="1B1B1B"/>
                </a:solidFill>
                <a:latin typeface="Times New Roman"/>
              </a:rPr>
              <a:t>Các nội dung thực hiện và kết quả</a:t>
            </a:r>
            <a:endParaRPr lang="vi-VN" sz="5000" dirty="0"/>
          </a:p>
        </p:txBody>
      </p:sp>
      <p:sp>
        <p:nvSpPr>
          <p:cNvPr id="3" name="Text Placeholder 2">
            <a:extLst>
              <a:ext uri="{FF2B5EF4-FFF2-40B4-BE49-F238E27FC236}">
                <a16:creationId xmlns:a16="http://schemas.microsoft.com/office/drawing/2014/main" id="{A7E3AB9D-8A53-40F7-BE83-61E1A2D58DBF}"/>
              </a:ext>
            </a:extLst>
          </p:cNvPr>
          <p:cNvSpPr>
            <a:spLocks noGrp="1"/>
          </p:cNvSpPr>
          <p:nvPr>
            <p:ph type="body" idx="1"/>
          </p:nvPr>
        </p:nvSpPr>
        <p:spPr/>
        <p:txBody>
          <a:bodyPr/>
          <a:lstStyle/>
          <a:p>
            <a:pPr>
              <a:spcAft>
                <a:spcPts val="600"/>
              </a:spcAft>
            </a:pPr>
            <a:r>
              <a:rPr sz="1800" b="0">
                <a:solidFill>
                  <a:srgbClr val="555555"/>
                </a:solidFill>
                <a:latin typeface="Times New Roman"/>
              </a:rPr>
              <a:t>Phần đã dựng xong và chạy được, kèm kết quả kiểm thử.</a:t>
            </a:r>
            <a:endParaRPr lang="en-US"/>
          </a:p>
        </p:txBody>
      </p:sp>
    </p:spTree>
    <p:extLst>
      <p:ext uri="{BB962C8B-B14F-4D97-AF65-F5344CB8AC3E}">
        <p14:creationId xmlns:p14="http://schemas.microsoft.com/office/powerpoint/2010/main" val="2554972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5FF7C-C4C5-340D-2EA3-214C4C957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B85DD-7A2B-05DC-1B7F-6A70F7BEB8DB}"/>
              </a:ext>
            </a:extLst>
          </p:cNvPr>
          <p:cNvSpPr>
            <a:spLocks noGrp="1"/>
          </p:cNvSpPr>
          <p:nvPr>
            <p:ph type="title"/>
          </p:nvPr>
        </p:nvSpPr>
        <p:spPr>
          <a:xfrm>
            <a:off x="806749" y="128887"/>
            <a:ext cx="11008807" cy="610701"/>
          </a:xfrm>
        </p:spPr>
        <p:txBody>
          <a:bodyPr>
            <a:noAutofit/>
          </a:bodyPr>
          <a:lstStyle/>
          <a:p>
            <a:pPr>
              <a:spcAft>
                <a:spcPts val="600"/>
              </a:spcAft>
            </a:pPr>
            <a:r>
              <a:rPr sz="2800" b="1">
                <a:solidFill>
                  <a:srgbClr val="1B1B1B"/>
                </a:solidFill>
                <a:latin typeface="Times New Roman"/>
              </a:rPr>
              <a:t>Kiến trúc hệ thống — bốn khối trên ba mặt phẳng</a:t>
            </a:r>
            <a:endParaRPr lang="vi-VN" dirty="0"/>
          </a:p>
        </p:txBody>
      </p:sp>
      <p:pic>
        <p:nvPicPr>
          <p:cNvPr id="3" name="Picture 2" descr="fig_2_1_kien_truc_he_thong.png"/>
          <p:cNvPicPr>
            <a:picLocks noChangeAspect="1"/>
          </p:cNvPicPr>
          <p:nvPr/>
        </p:nvPicPr>
        <p:blipFill>
          <a:blip r:embed="rId3"/>
          <a:stretch>
            <a:fillRect/>
          </a:stretch>
        </p:blipFill>
        <p:spPr>
          <a:xfrm>
            <a:off x="62753" y="900669"/>
            <a:ext cx="12129247" cy="5957331"/>
          </a:xfrm>
          <a:prstGeom prst="rect">
            <a:avLst/>
          </a:prstGeom>
        </p:spPr>
      </p:pic>
    </p:spTree>
    <p:extLst>
      <p:ext uri="{BB962C8B-B14F-4D97-AF65-F5344CB8AC3E}">
        <p14:creationId xmlns:p14="http://schemas.microsoft.com/office/powerpoint/2010/main" val="3984124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25931-5940-8E22-160A-D7365C88B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ED3F5-A424-F9EB-B4F4-794560095223}"/>
              </a:ext>
            </a:extLst>
          </p:cNvPr>
          <p:cNvSpPr>
            <a:spLocks noGrp="1"/>
          </p:cNvSpPr>
          <p:nvPr>
            <p:ph type="title"/>
          </p:nvPr>
        </p:nvSpPr>
        <p:spPr>
          <a:xfrm>
            <a:off x="806749" y="128887"/>
            <a:ext cx="11008807" cy="610701"/>
          </a:xfrm>
        </p:spPr>
        <p:txBody>
          <a:bodyPr>
            <a:noAutofit/>
          </a:bodyPr>
          <a:lstStyle/>
          <a:p>
            <a:pPr>
              <a:spcAft>
                <a:spcPts val="600"/>
              </a:spcAft>
            </a:pPr>
            <a:r>
              <a:rPr sz="2800" b="1">
                <a:solidFill>
                  <a:srgbClr val="1B1B1B"/>
                </a:solidFill>
                <a:latin typeface="Times New Roman"/>
              </a:rPr>
              <a:t>Chuỗi nghiệp vụ đã dựng xong</a:t>
            </a:r>
            <a:endParaRPr lang="vi-VN" dirty="0"/>
          </a:p>
        </p:txBody>
      </p:sp>
      <p:sp>
        <p:nvSpPr>
          <p:cNvPr id="3" name="Content Placeholder 2">
            <a:extLst>
              <a:ext uri="{FF2B5EF4-FFF2-40B4-BE49-F238E27FC236}">
                <a16:creationId xmlns:a16="http://schemas.microsoft.com/office/drawing/2014/main" id="{0CAFB31E-57AF-199D-6903-DA91AFE70F81}"/>
              </a:ext>
            </a:extLst>
          </p:cNvPr>
          <p:cNvSpPr>
            <a:spLocks noGrp="1"/>
          </p:cNvSpPr>
          <p:nvPr>
            <p:ph idx="1"/>
          </p:nvPr>
        </p:nvSpPr>
        <p:spPr>
          <a:xfrm>
            <a:off x="838200" y="885720"/>
            <a:ext cx="11082556" cy="5191230"/>
          </a:xfrm>
        </p:spPr>
        <p:txBody>
          <a:bodyPr>
            <a:normAutofit/>
          </a:bodyPr>
          <a:lstStyle/>
          <a:p>
            <a:pPr>
              <a:spcAft>
                <a:spcPts val="900"/>
              </a:spcAft>
            </a:pPr>
            <a:r>
              <a:rPr sz="1700" b="0">
                <a:solidFill>
                  <a:srgbClr val="1B1B1B"/>
                </a:solidFill>
                <a:latin typeface="Times New Roman"/>
              </a:rPr>
              <a:t>Trợ lý hỏi đáp theo tài liệu doanh nghiệp, có dẫn nguồn và từ chối khi không đủ căn cứ.</a:t>
            </a:r>
          </a:p>
          <a:p>
            <a:pPr>
              <a:spcAft>
                <a:spcPts val="900"/>
              </a:spcAft>
            </a:pPr>
            <a:r>
              <a:rPr sz="1700" b="0">
                <a:solidFill>
                  <a:srgbClr val="1B1B1B"/>
                </a:solidFill>
                <a:latin typeface="Times New Roman"/>
              </a:rPr>
              <a:t>Danh mục đơn tuyển dụng: khai báo, nhập hàng loạt từ bảng tính, vòng đời mười ba trạng thái có ràng buộc chuyển tiếp.</a:t>
            </a:r>
          </a:p>
          <a:p>
            <a:pPr>
              <a:spcAft>
                <a:spcPts val="900"/>
              </a:spcAft>
            </a:pPr>
            <a:r>
              <a:rPr sz="1700" b="0">
                <a:solidFill>
                  <a:srgbClr val="1B1B1B"/>
                </a:solidFill>
                <a:latin typeface="Times New Roman"/>
              </a:rPr>
              <a:t>Đọc hồ sơ CV thành hồ sơ có cấu trúc; mỗi ô mang theo nguồn và trích dẫn gốc, ứng viên xác nhận trước khi đem đối chiếu.</a:t>
            </a:r>
          </a:p>
          <a:p>
            <a:pPr>
              <a:spcAft>
                <a:spcPts val="900"/>
              </a:spcAft>
            </a:pPr>
            <a:r>
              <a:rPr sz="1700" b="0">
                <a:solidFill>
                  <a:srgbClr val="1B1B1B"/>
                </a:solidFill>
                <a:latin typeface="Times New Roman"/>
              </a:rPr>
              <a:t>Bộ đối chiếu thuần quy tắc: bảy điều kiện bắt buộc, bốn tiêu chí nguyện vọng. Điều chưa biết không loại ai.</a:t>
            </a:r>
          </a:p>
          <a:p>
            <a:pPr>
              <a:spcAft>
                <a:spcPts val="900"/>
              </a:spcAft>
            </a:pPr>
            <a:r>
              <a:rPr sz="1700" b="0">
                <a:solidFill>
                  <a:srgbClr val="1B1B1B"/>
                </a:solidFill>
                <a:latin typeface="Times New Roman"/>
              </a:rPr>
              <a:t>Đăng ký sơ bộ kèm phiếu tóm tắt tư vấn, hàng đợi bàn giao cho nhân viên.</a:t>
            </a:r>
          </a:p>
          <a:p>
            <a:pPr>
              <a:spcAft>
                <a:spcPts val="900"/>
              </a:spcAft>
            </a:pPr>
            <a:r>
              <a:rPr sz="1700" b="0">
                <a:solidFill>
                  <a:srgbClr val="1B1B1B"/>
                </a:solidFill>
                <a:latin typeface="Times New Roman"/>
              </a:rPr>
              <a:t>Website khách hàng và hệ khách hàng có đăng nhập để ứng viên tự theo dõi trạng thái hồ sơ của mình.</a:t>
            </a:r>
          </a:p>
          <a:p>
            <a:pPr>
              <a:spcAft>
                <a:spcPts val="900"/>
              </a:spcAft>
            </a:pPr>
            <a:r>
              <a:rPr sz="1700" b="0">
                <a:solidFill>
                  <a:srgbClr val="1B1B1B"/>
                </a:solidFill>
                <a:latin typeface="Times New Roman"/>
              </a:rPr>
              <a:t>Đóng gói Docker: sáu dịch vụ dựng lại trên máy khác bằng một lệnh.</a:t>
            </a:r>
          </a:p>
        </p:txBody>
      </p:sp>
    </p:spTree>
    <p:extLst>
      <p:ext uri="{BB962C8B-B14F-4D97-AF65-F5344CB8AC3E}">
        <p14:creationId xmlns:p14="http://schemas.microsoft.com/office/powerpoint/2010/main" val="3015157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C98E-FB73-8315-B5A3-04461DE68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EB518-FDF0-0143-0B44-CE49ACAD678E}"/>
              </a:ext>
            </a:extLst>
          </p:cNvPr>
          <p:cNvSpPr>
            <a:spLocks noGrp="1"/>
          </p:cNvSpPr>
          <p:nvPr>
            <p:ph type="title"/>
          </p:nvPr>
        </p:nvSpPr>
        <p:spPr>
          <a:xfrm>
            <a:off x="806749" y="128887"/>
            <a:ext cx="11008807" cy="610701"/>
          </a:xfrm>
        </p:spPr>
        <p:txBody>
          <a:bodyPr>
            <a:noAutofit/>
          </a:bodyPr>
          <a:lstStyle/>
          <a:p>
            <a:pPr>
              <a:spcAft>
                <a:spcPts val="600"/>
              </a:spcAft>
            </a:pPr>
            <a:r>
              <a:rPr sz="2800" b="1">
                <a:solidFill>
                  <a:srgbClr val="1B1B1B"/>
                </a:solidFill>
                <a:latin typeface="Times New Roman"/>
              </a:rPr>
              <a:t>Kết quả kiểm thử tự động</a:t>
            </a:r>
            <a:endParaRPr lang="vi-VN" dirty="0"/>
          </a:p>
        </p:txBody>
      </p:sp>
      <p:sp>
        <p:nvSpPr>
          <p:cNvPr id="9" name="TextBox 8">
            <a:extLst>
              <a:ext uri="{FF2B5EF4-FFF2-40B4-BE49-F238E27FC236}">
                <a16:creationId xmlns:a16="http://schemas.microsoft.com/office/drawing/2014/main" id="{2EE42350-9A5E-6B36-5C2C-B29E678F92D4}"/>
              </a:ext>
            </a:extLst>
          </p:cNvPr>
          <p:cNvSpPr txBox="1"/>
          <p:nvPr/>
        </p:nvSpPr>
        <p:spPr>
          <a:xfrm>
            <a:off x="4150585" y="824635"/>
            <a:ext cx="6096000" cy="461665"/>
          </a:xfrm>
          <a:prstGeom prst="rect">
            <a:avLst/>
          </a:prstGeom>
          <a:noFill/>
        </p:spPr>
        <p:txBody>
          <a:bodyPr wrap="square">
            <a:spAutoFit/>
          </a:bodyPr>
          <a:lstStyle/>
          <a:p>
            <a:pPr>
              <a:spcAft>
                <a:spcPts val="600"/>
              </a:spcAft>
            </a:pPr>
            <a:r>
              <a:rPr sz="1800" b="1">
                <a:solidFill>
                  <a:srgbClr val="B32D2D"/>
                </a:solidFill>
                <a:latin typeface="Times New Roman"/>
              </a:rPr>
              <a:t>Bốn ca tiêu biểu — tất cả đạt</a:t>
            </a:r>
            <a:endParaRPr lang="en-US" sz="2400" b="1"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1333515" y="1286300"/>
          <a:ext cx="9811841" cy="4704974"/>
        </p:xfrm>
        <a:graphic>
          <a:graphicData uri="http://schemas.openxmlformats.org/drawingml/2006/table">
            <a:tbl>
              <a:tblPr firstRow="1" bandRow="1">
                <a:tableStyleId>{5C22544A-7EE6-4342-B048-85BDC9FD1C3A}</a:tableStyleId>
              </a:tblPr>
              <a:tblGrid>
                <a:gridCol w="1471776"/>
                <a:gridCol w="4317210"/>
                <a:gridCol w="4022855"/>
              </a:tblGrid>
              <a:tr h="940994">
                <a:tc>
                  <a:txBody>
                    <a:bodyPr/>
                    <a:lstStyle/>
                    <a:p>
                      <a:r>
                        <a:rPr sz="1400" b="1">
                          <a:solidFill>
                            <a:srgbClr val="1B1B1B"/>
                          </a:solidFill>
                          <a:latin typeface="Times New Roman"/>
                        </a:rPr>
                        <a:t>Nhóm kiểm thử</a:t>
                      </a:r>
                    </a:p>
                  </a:txBody>
                  <a:tcPr/>
                </a:tc>
                <a:tc>
                  <a:txBody>
                    <a:bodyPr/>
                    <a:lstStyle/>
                    <a:p>
                      <a:r>
                        <a:rPr sz="1400" b="1">
                          <a:solidFill>
                            <a:srgbClr val="1B1B1B"/>
                          </a:solidFill>
                          <a:latin typeface="Times New Roman"/>
                        </a:rPr>
                        <a:t>Đưa vào những gì</a:t>
                      </a:r>
                    </a:p>
                  </a:txBody>
                  <a:tcPr/>
                </a:tc>
                <a:tc>
                  <a:txBody>
                    <a:bodyPr/>
                    <a:lstStyle/>
                    <a:p>
                      <a:r>
                        <a:rPr sz="1400" b="1">
                          <a:solidFill>
                            <a:srgbClr val="1B1B1B"/>
                          </a:solidFill>
                          <a:latin typeface="Times New Roman"/>
                        </a:rPr>
                        <a:t>Kết quả phải đúng như thế nào</a:t>
                      </a:r>
                    </a:p>
                  </a:txBody>
                  <a:tcPr/>
                </a:tc>
              </a:tr>
              <a:tr h="940994">
                <a:tc>
                  <a:txBody>
                    <a:bodyPr/>
                    <a:lstStyle/>
                    <a:p>
                      <a:r>
                        <a:rPr sz="1200" b="0">
                          <a:solidFill>
                            <a:srgbClr val="1B1B1B"/>
                          </a:solidFill>
                          <a:latin typeface="Times New Roman"/>
                        </a:rPr>
                        <a:t>Bộ đối chiếu</a:t>
                      </a:r>
                    </a:p>
                  </a:txBody>
                  <a:tcPr/>
                </a:tc>
                <a:tc>
                  <a:txBody>
                    <a:bodyPr/>
                    <a:lstStyle/>
                    <a:p>
                      <a:r>
                        <a:rPr sz="1200" b="0">
                          <a:solidFill>
                            <a:srgbClr val="555555"/>
                          </a:solidFill>
                          <a:latin typeface="Times New Roman"/>
                        </a:rPr>
                        <a:t>Cùng một hồ sơ và cùng danh sách đơn, đối chiếu hai lần liên tiếp; rồi đảo thứ tự danh sách đơn và đối chiếu lần nữa</a:t>
                      </a:r>
                    </a:p>
                  </a:txBody>
                  <a:tcPr/>
                </a:tc>
                <a:tc>
                  <a:txBody>
                    <a:bodyPr/>
                    <a:lstStyle/>
                    <a:p>
                      <a:r>
                        <a:rPr sz="1200" b="0">
                          <a:solidFill>
                            <a:srgbClr val="555555"/>
                          </a:solidFill>
                          <a:latin typeface="Times New Roman"/>
                        </a:rPr>
                        <a:t>Cả ba lần ra cùng một danh sách đơn, cùng số điểm, cùng thứ hạng</a:t>
                      </a:r>
                    </a:p>
                  </a:txBody>
                  <a:tcPr/>
                </a:tc>
              </a:tr>
              <a:tr h="940994">
                <a:tc>
                  <a:txBody>
                    <a:bodyPr/>
                    <a:lstStyle/>
                    <a:p>
                      <a:r>
                        <a:rPr sz="1200" b="0">
                          <a:solidFill>
                            <a:srgbClr val="1B1B1B"/>
                          </a:solidFill>
                          <a:latin typeface="Times New Roman"/>
                        </a:rPr>
                        <a:t>Bộ đối chiếu</a:t>
                      </a:r>
                    </a:p>
                  </a:txBody>
                  <a:tcPr/>
                </a:tc>
                <a:tc>
                  <a:txBody>
                    <a:bodyPr/>
                    <a:lstStyle/>
                    <a:p>
                      <a:r>
                        <a:rPr sz="1200" b="0">
                          <a:solidFill>
                            <a:srgbClr val="555555"/>
                          </a:solidFill>
                          <a:latin typeface="Times New Roman"/>
                        </a:rPr>
                        <a:t>Hồ sơ chỉ khai mỗi họ tên, bỏ trống năm sinh, bằng cấp, tiếng Nhật</a:t>
                      </a:r>
                    </a:p>
                  </a:txBody>
                  <a:tcPr/>
                </a:tc>
                <a:tc>
                  <a:txBody>
                    <a:bodyPr/>
                    <a:lstStyle/>
                    <a:p>
                      <a:r>
                        <a:rPr sz="1200" b="0">
                          <a:solidFill>
                            <a:srgbClr val="555555"/>
                          </a:solidFill>
                          <a:latin typeface="Times New Roman"/>
                        </a:rPr>
                        <a:t>Vẫn còn đơn đạt; ô bỏ trống ghi “chưa rõ” và thành câu hỏi gợi ý, không thành lý do loại</a:t>
                      </a:r>
                    </a:p>
                  </a:txBody>
                  <a:tcPr/>
                </a:tc>
              </a:tr>
              <a:tr h="940994">
                <a:tc>
                  <a:txBody>
                    <a:bodyPr/>
                    <a:lstStyle/>
                    <a:p>
                      <a:r>
                        <a:rPr sz="1200" b="0">
                          <a:solidFill>
                            <a:srgbClr val="1B1B1B"/>
                          </a:solidFill>
                          <a:latin typeface="Times New Roman"/>
                        </a:rPr>
                        <a:t>Hệ khách hàng</a:t>
                      </a:r>
                    </a:p>
                  </a:txBody>
                  <a:tcPr/>
                </a:tc>
                <a:tc>
                  <a:txBody>
                    <a:bodyPr/>
                    <a:lstStyle/>
                    <a:p>
                      <a:r>
                        <a:rPr sz="1200" b="0">
                          <a:solidFill>
                            <a:srgbClr val="555555"/>
                          </a:solidFill>
                          <a:latin typeface="Times New Roman"/>
                        </a:rPr>
                        <a:t>Lấy phiên đăng nhập của ứng viên, gọi vào màn hình quản trị</a:t>
                      </a:r>
                    </a:p>
                  </a:txBody>
                  <a:tcPr/>
                </a:tc>
                <a:tc>
                  <a:txBody>
                    <a:bodyPr/>
                    <a:lstStyle/>
                    <a:p>
                      <a:r>
                        <a:rPr sz="1200" b="0">
                          <a:solidFill>
                            <a:srgbClr val="555555"/>
                          </a:solidFill>
                          <a:latin typeface="Times New Roman"/>
                        </a:rPr>
                        <a:t>Bị chặn ngay ở cửa — không xem được dữ liệu nội bộ</a:t>
                      </a:r>
                    </a:p>
                  </a:txBody>
                  <a:tcPr/>
                </a:tc>
              </a:tr>
              <a:tr h="940998">
                <a:tc>
                  <a:txBody>
                    <a:bodyPr/>
                    <a:lstStyle/>
                    <a:p>
                      <a:r>
                        <a:rPr sz="1200" b="0">
                          <a:solidFill>
                            <a:srgbClr val="1B1B1B"/>
                          </a:solidFill>
                          <a:latin typeface="Times New Roman"/>
                        </a:rPr>
                        <a:t>Hệ khách hàng</a:t>
                      </a:r>
                    </a:p>
                  </a:txBody>
                  <a:tcPr/>
                </a:tc>
                <a:tc>
                  <a:txBody>
                    <a:bodyPr/>
                    <a:lstStyle/>
                    <a:p>
                      <a:r>
                        <a:rPr sz="1200" b="0">
                          <a:solidFill>
                            <a:srgbClr val="555555"/>
                          </a:solidFill>
                          <a:latin typeface="Times New Roman"/>
                        </a:rPr>
                        <a:t>Ứng viên đang xem hồ sơ mình, sửa mã trên thanh địa chỉ thành mã của người khác</a:t>
                      </a:r>
                    </a:p>
                  </a:txBody>
                  <a:tcPr/>
                </a:tc>
                <a:tc>
                  <a:txBody>
                    <a:bodyPr/>
                    <a:lstStyle/>
                    <a:p>
                      <a:r>
                        <a:rPr sz="1200" b="0">
                          <a:solidFill>
                            <a:srgbClr val="555555"/>
                          </a:solidFill>
                          <a:latin typeface="Times New Roman"/>
                        </a:rPr>
                        <a:t>Báo không tìm thấy — chỉ tra trong hồ sơ thuộc về người đang đăng nhập</a:t>
                      </a:r>
                    </a:p>
                  </a:txBody>
                  <a:tcPr/>
                </a:tc>
              </a:tr>
            </a:tbl>
          </a:graphicData>
        </a:graphic>
      </p:graphicFrame>
    </p:spTree>
    <p:extLst>
      <p:ext uri="{BB962C8B-B14F-4D97-AF65-F5344CB8AC3E}">
        <p14:creationId xmlns:p14="http://schemas.microsoft.com/office/powerpoint/2010/main" val="3372119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1287-A841-20BF-E5B6-4A24D195CB0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F136117-5C4D-6065-8CD8-E3307F07B469}"/>
              </a:ext>
            </a:extLst>
          </p:cNvPr>
          <p:cNvSpPr>
            <a:spLocks noGrp="1"/>
          </p:cNvSpPr>
          <p:nvPr>
            <p:ph type="title"/>
          </p:nvPr>
        </p:nvSpPr>
        <p:spPr/>
        <p:txBody>
          <a:bodyPr>
            <a:noAutofit/>
          </a:bodyPr>
          <a:lstStyle/>
          <a:p>
            <a:pPr algn="ctr">
              <a:spcAft>
                <a:spcPts val="600"/>
              </a:spcAft>
            </a:pPr>
            <a:r>
              <a:rPr sz="3000" b="1">
                <a:solidFill>
                  <a:srgbClr val="1B1B1B"/>
                </a:solidFill>
                <a:latin typeface="Times New Roman"/>
              </a:rPr>
              <a:t>Kế hoạch công việc tiếp theo</a:t>
            </a:r>
            <a:endParaRPr lang="en-US" sz="5000" dirty="0"/>
          </a:p>
        </p:txBody>
      </p:sp>
      <p:sp>
        <p:nvSpPr>
          <p:cNvPr id="2" name="Text Placeholder 1">
            <a:extLst>
              <a:ext uri="{FF2B5EF4-FFF2-40B4-BE49-F238E27FC236}">
                <a16:creationId xmlns:a16="http://schemas.microsoft.com/office/drawing/2014/main" id="{A752CE92-98EF-4044-A7C5-7245F8B8AB12}"/>
              </a:ext>
            </a:extLst>
          </p:cNvPr>
          <p:cNvSpPr>
            <a:spLocks noGrp="1"/>
          </p:cNvSpPr>
          <p:nvPr>
            <p:ph type="body" idx="1"/>
          </p:nvPr>
        </p:nvSpPr>
        <p:spPr/>
        <p:txBody>
          <a:bodyPr/>
          <a:lstStyle/>
          <a:p>
            <a:pPr>
              <a:spcAft>
                <a:spcPts val="600"/>
              </a:spcAft>
            </a:pPr>
            <a:r>
              <a:rPr sz="1800" b="0">
                <a:solidFill>
                  <a:srgbClr val="555555"/>
                </a:solidFill>
                <a:latin typeface="Times New Roman"/>
              </a:rPr>
              <a:t>Việc trong hai tuần tới và tiêu chí xem là xong.</a:t>
            </a:r>
            <a:endParaRPr lang="en-US"/>
          </a:p>
        </p:txBody>
      </p:sp>
    </p:spTree>
    <p:extLst>
      <p:ext uri="{BB962C8B-B14F-4D97-AF65-F5344CB8AC3E}">
        <p14:creationId xmlns:p14="http://schemas.microsoft.com/office/powerpoint/2010/main" val="4129944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4D99CB-0342-491F-A307-8D1925F1FCC0}"/>
              </a:ext>
            </a:extLst>
          </p:cNvPr>
          <p:cNvSpPr>
            <a:spLocks noGrp="1"/>
          </p:cNvSpPr>
          <p:nvPr>
            <p:ph type="title"/>
          </p:nvPr>
        </p:nvSpPr>
        <p:spPr/>
        <p:txBody>
          <a:bodyPr/>
          <a:lstStyle/>
          <a:p>
            <a:pPr>
              <a:spcAft>
                <a:spcPts val="600"/>
              </a:spcAft>
            </a:pPr>
            <a:r>
              <a:rPr sz="2800" b="1">
                <a:solidFill>
                  <a:srgbClr val="1B1B1B"/>
                </a:solidFill>
                <a:latin typeface="Times New Roman"/>
              </a:rPr>
              <a:t>Hai tuần tới</a:t>
            </a:r>
            <a:endParaRPr lang="en-US"/>
          </a:p>
        </p:txBody>
      </p:sp>
      <p:sp>
        <p:nvSpPr>
          <p:cNvPr id="5" name="Content Placeholder 4">
            <a:extLst>
              <a:ext uri="{FF2B5EF4-FFF2-40B4-BE49-F238E27FC236}">
                <a16:creationId xmlns:a16="http://schemas.microsoft.com/office/drawing/2014/main" id="{7217D990-EC5B-4A54-A5E8-C673BAC37A98}"/>
              </a:ext>
            </a:extLst>
          </p:cNvPr>
          <p:cNvSpPr>
            <a:spLocks noGrp="1"/>
          </p:cNvSpPr>
          <p:nvPr>
            <p:ph idx="1"/>
          </p:nvPr>
        </p:nvSpPr>
        <p:spPr/>
        <p:txBody>
          <a:bodyPr/>
          <a:lstStyle/>
          <a:p>
            <a:pPr>
              <a:spcAft>
                <a:spcPts val="1000"/>
              </a:spcAft>
            </a:pPr>
            <a:r>
              <a:rPr sz="1800" b="0">
                <a:solidFill>
                  <a:srgbClr val="1B1B1B"/>
                </a:solidFill>
                <a:latin typeface="Times New Roman"/>
              </a:rPr>
              <a:t>Mở rộng bộ hồ sơ CV kiểm chứng — đủ mẫu để công bố tỷ lệ rút trường đúng bằng số liệu thay vì bằng nhận định.</a:t>
            </a:r>
            <a:endParaRPr lang="en-US"/>
          </a:p>
          <a:p>
            <a:pPr>
              <a:spcAft>
                <a:spcPts val="1000"/>
              </a:spcAft>
            </a:pPr>
            <a:r>
              <a:rPr sz="1800" b="0">
                <a:solidFill>
                  <a:srgbClr val="1B1B1B"/>
                </a:solidFill>
                <a:latin typeface="Times New Roman"/>
              </a:rPr>
              <a:t>Làm sạch kho tài liệu — bỏ các đoạn lẫn rác nhận dạng ảnh, rà lại số điện thoại trong kho.</a:t>
            </a:r>
          </a:p>
          <a:p>
            <a:pPr>
              <a:spcAft>
                <a:spcPts val="1000"/>
              </a:spcAft>
            </a:pPr>
            <a:r>
              <a:rPr sz="1800" b="0">
                <a:solidFill>
                  <a:srgbClr val="1B1B1B"/>
                </a:solidFill>
                <a:latin typeface="Times New Roman"/>
              </a:rPr>
              <a:t>Nối màn hình quản lý kho tri thức vào dữ liệu thật — ba thẻ số trên màn hình phải khớp số đếm thật trong kho vector.</a:t>
            </a:r>
          </a:p>
          <a:p>
            <a:pPr>
              <a:spcAft>
                <a:spcPts val="1000"/>
              </a:spcAft>
            </a:pPr>
            <a:r>
              <a:rPr sz="1800" b="0">
                <a:solidFill>
                  <a:srgbClr val="1B1B1B"/>
                </a:solidFill>
                <a:latin typeface="Times New Roman"/>
              </a:rPr>
              <a:t>Chạy trọn kịch bản trình diễn từ người lạ tới hồ sơ bàn giao.</a:t>
            </a:r>
          </a:p>
          <a:p>
            <a:pPr>
              <a:spcAft>
                <a:spcPts val="1000"/>
              </a:spcAft>
            </a:pPr>
            <a:r>
              <a:rPr sz="1800" b="0">
                <a:solidFill>
                  <a:srgbClr val="1B1B1B"/>
                </a:solidFill>
                <a:latin typeface="Times New Roman"/>
              </a:rPr>
              <a:t>Hoàn thiện báo cáo và bộ slide bảo vệ.</a:t>
            </a:r>
          </a:p>
        </p:txBody>
      </p:sp>
    </p:spTree>
    <p:extLst>
      <p:ext uri="{BB962C8B-B14F-4D97-AF65-F5344CB8AC3E}">
        <p14:creationId xmlns:p14="http://schemas.microsoft.com/office/powerpoint/2010/main" val="3661087194"/>
      </p:ext>
    </p:extLst>
  </p:cSld>
  <p:clrMapOvr>
    <a:masterClrMapping/>
  </p:clrMapOvr>
</p:sld>
</file>

<file path=ppt/theme/theme1.xml><?xml version="1.0" encoding="utf-8"?>
<a:theme xmlns:a="http://schemas.openxmlformats.org/drawingml/2006/main" name="ICTF_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TF_Theme" id="{AC3BDF90-52B4-4B47-B9F2-2B84B80A2E73}" vid="{541EE071-3F9A-4BB6-AE38-7CBF59D7DF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ICTF_Theme</Template>
  <TotalTime>900</TotalTime>
  <Words>326</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ICTF_Theme</vt:lpstr>
      <vt:lpstr>Báo cáo tiến độ ĐATN (lần 1) [Tên đề tài]</vt:lpstr>
      <vt:lpstr>Nội dung chính</vt:lpstr>
      <vt:lpstr>Nội dung trình bày trong cuộc họp trước (2 tuần trước, nếu là báo cáo từ lần 2 trở đi)</vt:lpstr>
      <vt:lpstr>PowerPoint Presentation</vt:lpstr>
      <vt:lpstr>Các nội dung thực hiện vè kết quả</vt:lpstr>
      <vt:lpstr>Sơ đồ mô tả luồng xử lý của hệ thống</vt:lpstr>
      <vt:lpstr>Modul giám sát lưu lượng phương tiện</vt:lpstr>
      <vt:lpstr>Modul giám sát lưu lượng phương tiện</vt:lpstr>
      <vt:lpstr>Kế hoạch công việ tieeeps theo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TỔNG QUAN LẬP TRÌNH DI ĐỘNG, LẬP TRÌNH FLUTTER</dc:title>
  <dc:creator>Nguyễn Hồng Quân</dc:creator>
  <cp:lastModifiedBy>Hong-Quan Nguyen</cp:lastModifiedBy>
  <cp:revision>30</cp:revision>
  <dcterms:created xsi:type="dcterms:W3CDTF">2023-09-06T15:00:17Z</dcterms:created>
  <dcterms:modified xsi:type="dcterms:W3CDTF">2026-08-27T12:53:24Z</dcterms:modified>
</cp:coreProperties>
</file>