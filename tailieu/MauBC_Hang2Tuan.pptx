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4" r:id="rId3"/>
    <p:sldId id="309" r:id="rId4"/>
    <p:sldId id="310" r:id="rId5"/>
    <p:sldId id="289" r:id="rId6"/>
    <p:sldId id="294" r:id="rId7"/>
    <p:sldId id="295" r:id="rId8"/>
    <p:sldId id="301" r:id="rId9"/>
    <p:sldId id="303" r:id="rId10"/>
    <p:sldId id="311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5824B7-252D-4DED-B88C-C49A7A992257}">
          <p14:sldIdLst>
            <p14:sldId id="256"/>
            <p14:sldId id="284"/>
            <p14:sldId id="309"/>
            <p14:sldId id="310"/>
            <p14:sldId id="289"/>
            <p14:sldId id="294"/>
            <p14:sldId id="295"/>
            <p14:sldId id="301"/>
            <p14:sldId id="303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Hồng Quân" userId="5de657db-601d-4544-8551-437b439d34a1" providerId="ADAL" clId="{32F896F0-EBDF-42FB-9E26-46926B3AD722}"/>
    <pc:docChg chg="undo custSel addSld delSld modSld modSection">
      <pc:chgData name="Nguyễn Hồng Quân" userId="5de657db-601d-4544-8551-437b439d34a1" providerId="ADAL" clId="{32F896F0-EBDF-42FB-9E26-46926B3AD722}" dt="2026-08-27T12:53:20.807" v="698" actId="47"/>
      <pc:docMkLst>
        <pc:docMk/>
      </pc:docMkLst>
      <pc:sldChg chg="modSp mod modAnim">
        <pc:chgData name="Nguyễn Hồng Quân" userId="5de657db-601d-4544-8551-437b439d34a1" providerId="ADAL" clId="{32F896F0-EBDF-42FB-9E26-46926B3AD722}" dt="2026-08-27T12:48:42.582" v="146"/>
        <pc:sldMkLst>
          <pc:docMk/>
          <pc:sldMk cId="4072888894" sldId="256"/>
        </pc:sldMkLst>
        <pc:spChg chg="mod">
          <ac:chgData name="Nguyễn Hồng Quân" userId="5de657db-601d-4544-8551-437b439d34a1" providerId="ADAL" clId="{32F896F0-EBDF-42FB-9E26-46926B3AD722}" dt="2026-08-27T12:48:01.241" v="78" actId="20577"/>
          <ac:spMkLst>
            <pc:docMk/>
            <pc:sldMk cId="4072888894" sldId="256"/>
            <ac:spMk id="2" creationId="{F844A9BA-6CE2-6329-D776-AC4A31BBDDDE}"/>
          </ac:spMkLst>
        </pc:spChg>
        <pc:spChg chg="mod">
          <ac:chgData name="Nguyễn Hồng Quân" userId="5de657db-601d-4544-8551-437b439d34a1" providerId="ADAL" clId="{32F896F0-EBDF-42FB-9E26-46926B3AD722}" dt="2026-08-27T12:48:42.582" v="146"/>
          <ac:spMkLst>
            <pc:docMk/>
            <pc:sldMk cId="4072888894" sldId="256"/>
            <ac:spMk id="3" creationId="{543F3F36-DC4B-B17C-B33E-038309D4B2E4}"/>
          </ac:spMkLst>
        </pc:spChg>
      </pc:sldChg>
      <pc:sldChg chg="del">
        <pc:chgData name="Nguyễn Hồng Quân" userId="5de657db-601d-4544-8551-437b439d34a1" providerId="ADAL" clId="{32F896F0-EBDF-42FB-9E26-46926B3AD722}" dt="2026-08-27T12:53:20.807" v="698" actId="47"/>
        <pc:sldMkLst>
          <pc:docMk/>
          <pc:sldMk cId="2025039774" sldId="275"/>
        </pc:sldMkLst>
      </pc:sldChg>
      <pc:sldChg chg="del">
        <pc:chgData name="Nguyễn Hồng Quân" userId="5de657db-601d-4544-8551-437b439d34a1" providerId="ADAL" clId="{32F896F0-EBDF-42FB-9E26-46926B3AD722}" dt="2026-08-27T12:53:05.039" v="688" actId="47"/>
        <pc:sldMkLst>
          <pc:docMk/>
          <pc:sldMk cId="291537606" sldId="278"/>
        </pc:sldMkLst>
      </pc:sldChg>
      <pc:sldChg chg="del">
        <pc:chgData name="Nguyễn Hồng Quân" userId="5de657db-601d-4544-8551-437b439d34a1" providerId="ADAL" clId="{32F896F0-EBDF-42FB-9E26-46926B3AD722}" dt="2026-08-27T12:53:06.743" v="693" actId="47"/>
        <pc:sldMkLst>
          <pc:docMk/>
          <pc:sldMk cId="1151812332" sldId="281"/>
        </pc:sldMkLst>
      </pc:sldChg>
      <pc:sldChg chg="modSp mod">
        <pc:chgData name="Nguyễn Hồng Quân" userId="5de657db-601d-4544-8551-437b439d34a1" providerId="ADAL" clId="{32F896F0-EBDF-42FB-9E26-46926B3AD722}" dt="2026-08-27T12:52:41.950" v="611" actId="20577"/>
        <pc:sldMkLst>
          <pc:docMk/>
          <pc:sldMk cId="1830971109" sldId="284"/>
        </pc:sldMkLst>
        <pc:spChg chg="mod">
          <ac:chgData name="Nguyễn Hồng Quân" userId="5de657db-601d-4544-8551-437b439d34a1" providerId="ADAL" clId="{32F896F0-EBDF-42FB-9E26-46926B3AD722}" dt="2026-08-27T12:52:41.950" v="611" actId="20577"/>
          <ac:spMkLst>
            <pc:docMk/>
            <pc:sldMk cId="1830971109" sldId="284"/>
            <ac:spMk id="3" creationId="{04F80091-A4DB-2604-817B-23A24698F578}"/>
          </ac:spMkLst>
        </pc:spChg>
      </pc:sldChg>
      <pc:sldChg chg="del">
        <pc:chgData name="Nguyễn Hồng Quân" userId="5de657db-601d-4544-8551-437b439d34a1" providerId="ADAL" clId="{32F896F0-EBDF-42FB-9E26-46926B3AD722}" dt="2026-08-27T12:50:37.954" v="474" actId="47"/>
        <pc:sldMkLst>
          <pc:docMk/>
          <pc:sldMk cId="2998563777" sldId="285"/>
        </pc:sldMkLst>
      </pc:sldChg>
      <pc:sldChg chg="del">
        <pc:chgData name="Nguyễn Hồng Quân" userId="5de657db-601d-4544-8551-437b439d34a1" providerId="ADAL" clId="{32F896F0-EBDF-42FB-9E26-46926B3AD722}" dt="2026-08-27T12:51:05.957" v="545" actId="47"/>
        <pc:sldMkLst>
          <pc:docMk/>
          <pc:sldMk cId="1008860461" sldId="286"/>
        </pc:sldMkLst>
      </pc:sldChg>
      <pc:sldChg chg="del">
        <pc:chgData name="Nguyễn Hồng Quân" userId="5de657db-601d-4544-8551-437b439d34a1" providerId="ADAL" clId="{32F896F0-EBDF-42FB-9E26-46926B3AD722}" dt="2026-08-27T12:51:06.379" v="546" actId="47"/>
        <pc:sldMkLst>
          <pc:docMk/>
          <pc:sldMk cId="4248232733" sldId="287"/>
        </pc:sldMkLst>
      </pc:sldChg>
      <pc:sldChg chg="del">
        <pc:chgData name="Nguyễn Hồng Quân" userId="5de657db-601d-4544-8551-437b439d34a1" providerId="ADAL" clId="{32F896F0-EBDF-42FB-9E26-46926B3AD722}" dt="2026-08-27T12:51:06.842" v="547" actId="47"/>
        <pc:sldMkLst>
          <pc:docMk/>
          <pc:sldMk cId="2018792054" sldId="288"/>
        </pc:sldMkLst>
      </pc:sldChg>
      <pc:sldChg chg="addSp modSp mod modClrScheme chgLayout">
        <pc:chgData name="Nguyễn Hồng Quân" userId="5de657db-601d-4544-8551-437b439d34a1" providerId="ADAL" clId="{32F896F0-EBDF-42FB-9E26-46926B3AD722}" dt="2026-08-27T12:52:34.126" v="590" actId="20577"/>
        <pc:sldMkLst>
          <pc:docMk/>
          <pc:sldMk cId="2554972263" sldId="289"/>
        </pc:sldMkLst>
        <pc:spChg chg="mod ord">
          <ac:chgData name="Nguyễn Hồng Quân" userId="5de657db-601d-4544-8551-437b439d34a1" providerId="ADAL" clId="{32F896F0-EBDF-42FB-9E26-46926B3AD722}" dt="2026-08-27T12:52:34.126" v="590" actId="20577"/>
          <ac:spMkLst>
            <pc:docMk/>
            <pc:sldMk cId="2554972263" sldId="289"/>
            <ac:spMk id="2" creationId="{C8B7D588-14ED-4EFF-7E2C-2C2A43AF853F}"/>
          </ac:spMkLst>
        </pc:spChg>
        <pc:spChg chg="add mod ord">
          <ac:chgData name="Nguyễn Hồng Quân" userId="5de657db-601d-4544-8551-437b439d34a1" providerId="ADAL" clId="{32F896F0-EBDF-42FB-9E26-46926B3AD722}" dt="2026-08-27T12:52:02.960" v="563" actId="700"/>
          <ac:spMkLst>
            <pc:docMk/>
            <pc:sldMk cId="2554972263" sldId="289"/>
            <ac:spMk id="3" creationId="{A7E3AB9D-8A53-40F7-BE83-61E1A2D58DBF}"/>
          </ac:spMkLst>
        </pc:spChg>
      </pc:sldChg>
      <pc:sldChg chg="del">
        <pc:chgData name="Nguyễn Hồng Quân" userId="5de657db-601d-4544-8551-437b439d34a1" providerId="ADAL" clId="{32F896F0-EBDF-42FB-9E26-46926B3AD722}" dt="2026-08-27T12:51:18.996" v="548" actId="47"/>
        <pc:sldMkLst>
          <pc:docMk/>
          <pc:sldMk cId="247755336" sldId="296"/>
        </pc:sldMkLst>
      </pc:sldChg>
      <pc:sldChg chg="del">
        <pc:chgData name="Nguyễn Hồng Quân" userId="5de657db-601d-4544-8551-437b439d34a1" providerId="ADAL" clId="{32F896F0-EBDF-42FB-9E26-46926B3AD722}" dt="2026-08-27T12:51:19.262" v="549" actId="47"/>
        <pc:sldMkLst>
          <pc:docMk/>
          <pc:sldMk cId="2095247690" sldId="297"/>
        </pc:sldMkLst>
      </pc:sldChg>
      <pc:sldChg chg="del">
        <pc:chgData name="Nguyễn Hồng Quân" userId="5de657db-601d-4544-8551-437b439d34a1" providerId="ADAL" clId="{32F896F0-EBDF-42FB-9E26-46926B3AD722}" dt="2026-08-27T12:51:19.824" v="550" actId="47"/>
        <pc:sldMkLst>
          <pc:docMk/>
          <pc:sldMk cId="3502110705" sldId="298"/>
        </pc:sldMkLst>
      </pc:sldChg>
      <pc:sldChg chg="del">
        <pc:chgData name="Nguyễn Hồng Quân" userId="5de657db-601d-4544-8551-437b439d34a1" providerId="ADAL" clId="{32F896F0-EBDF-42FB-9E26-46926B3AD722}" dt="2026-08-27T12:51:20.278" v="551" actId="47"/>
        <pc:sldMkLst>
          <pc:docMk/>
          <pc:sldMk cId="879113427" sldId="299"/>
        </pc:sldMkLst>
      </pc:sldChg>
      <pc:sldChg chg="del">
        <pc:chgData name="Nguyễn Hồng Quân" userId="5de657db-601d-4544-8551-437b439d34a1" providerId="ADAL" clId="{32F896F0-EBDF-42FB-9E26-46926B3AD722}" dt="2026-08-27T12:51:20.793" v="552" actId="47"/>
        <pc:sldMkLst>
          <pc:docMk/>
          <pc:sldMk cId="2266486121" sldId="300"/>
        </pc:sldMkLst>
      </pc:sldChg>
      <pc:sldChg chg="del">
        <pc:chgData name="Nguyễn Hồng Quân" userId="5de657db-601d-4544-8551-437b439d34a1" providerId="ADAL" clId="{32F896F0-EBDF-42FB-9E26-46926B3AD722}" dt="2026-08-27T12:51:28.503" v="554" actId="47"/>
        <pc:sldMkLst>
          <pc:docMk/>
          <pc:sldMk cId="937130508" sldId="302"/>
        </pc:sldMkLst>
      </pc:sldChg>
      <pc:sldChg chg="addSp delSp modSp mod modClrScheme chgLayout">
        <pc:chgData name="Nguyễn Hồng Quân" userId="5de657db-601d-4544-8551-437b439d34a1" providerId="ADAL" clId="{32F896F0-EBDF-42FB-9E26-46926B3AD722}" dt="2026-08-27T12:53:12.165" v="695" actId="700"/>
        <pc:sldMkLst>
          <pc:docMk/>
          <pc:sldMk cId="4129944851" sldId="303"/>
        </pc:sldMkLst>
        <pc:spChg chg="add del mod ord">
          <ac:chgData name="Nguyễn Hồng Quân" userId="5de657db-601d-4544-8551-437b439d34a1" providerId="ADAL" clId="{32F896F0-EBDF-42FB-9E26-46926B3AD722}" dt="2026-08-27T12:53:12.165" v="695" actId="700"/>
          <ac:spMkLst>
            <pc:docMk/>
            <pc:sldMk cId="4129944851" sldId="303"/>
            <ac:spMk id="2" creationId="{A752CE92-98EF-4044-A7C5-7245F8B8AB12}"/>
          </ac:spMkLst>
        </pc:spChg>
        <pc:spChg chg="add del mod ord">
          <ac:chgData name="Nguyễn Hồng Quân" userId="5de657db-601d-4544-8551-437b439d34a1" providerId="ADAL" clId="{32F896F0-EBDF-42FB-9E26-46926B3AD722}" dt="2026-08-27T12:53:12.165" v="695" actId="700"/>
          <ac:spMkLst>
            <pc:docMk/>
            <pc:sldMk cId="4129944851" sldId="303"/>
            <ac:spMk id="3" creationId="{8F46CF28-8690-4A8F-A886-28FEFE0F4B08}"/>
          </ac:spMkLst>
        </pc:spChg>
        <pc:spChg chg="mod ord">
          <ac:chgData name="Nguyễn Hồng Quân" userId="5de657db-601d-4544-8551-437b439d34a1" providerId="ADAL" clId="{32F896F0-EBDF-42FB-9E26-46926B3AD722}" dt="2026-08-27T12:53:12.165" v="695" actId="700"/>
          <ac:spMkLst>
            <pc:docMk/>
            <pc:sldMk cId="4129944851" sldId="303"/>
            <ac:spMk id="8" creationId="{4F136117-5C4D-6065-8CD8-E3307F07B469}"/>
          </ac:spMkLst>
        </pc:spChg>
      </pc:sldChg>
      <pc:sldChg chg="del">
        <pc:chgData name="Nguyễn Hồng Quân" userId="5de657db-601d-4544-8551-437b439d34a1" providerId="ADAL" clId="{32F896F0-EBDF-42FB-9E26-46926B3AD722}" dt="2026-08-27T12:51:21.137" v="553" actId="47"/>
        <pc:sldMkLst>
          <pc:docMk/>
          <pc:sldMk cId="1433630508" sldId="304"/>
        </pc:sldMkLst>
      </pc:sldChg>
      <pc:sldChg chg="del">
        <pc:chgData name="Nguyễn Hồng Quân" userId="5de657db-601d-4544-8551-437b439d34a1" providerId="ADAL" clId="{32F896F0-EBDF-42FB-9E26-46926B3AD722}" dt="2026-08-27T12:53:05.508" v="689" actId="47"/>
        <pc:sldMkLst>
          <pc:docMk/>
          <pc:sldMk cId="1908340171" sldId="305"/>
        </pc:sldMkLst>
      </pc:sldChg>
      <pc:sldChg chg="del">
        <pc:chgData name="Nguyễn Hồng Quân" userId="5de657db-601d-4544-8551-437b439d34a1" providerId="ADAL" clId="{32F896F0-EBDF-42FB-9E26-46926B3AD722}" dt="2026-08-27T12:53:05.758" v="690" actId="47"/>
        <pc:sldMkLst>
          <pc:docMk/>
          <pc:sldMk cId="949904025" sldId="306"/>
        </pc:sldMkLst>
      </pc:sldChg>
      <pc:sldChg chg="del">
        <pc:chgData name="Nguyễn Hồng Quân" userId="5de657db-601d-4544-8551-437b439d34a1" providerId="ADAL" clId="{32F896F0-EBDF-42FB-9E26-46926B3AD722}" dt="2026-08-27T12:53:05.962" v="691" actId="47"/>
        <pc:sldMkLst>
          <pc:docMk/>
          <pc:sldMk cId="3558237357" sldId="307"/>
        </pc:sldMkLst>
      </pc:sldChg>
      <pc:sldChg chg="del">
        <pc:chgData name="Nguyễn Hồng Quân" userId="5de657db-601d-4544-8551-437b439d34a1" providerId="ADAL" clId="{32F896F0-EBDF-42FB-9E26-46926B3AD722}" dt="2026-08-27T12:53:06.540" v="692" actId="47"/>
        <pc:sldMkLst>
          <pc:docMk/>
          <pc:sldMk cId="1790530204" sldId="308"/>
        </pc:sldMkLst>
      </pc:sldChg>
      <pc:sldChg chg="addSp delSp modSp new mod modClrScheme chgLayout">
        <pc:chgData name="Nguyễn Hồng Quân" userId="5de657db-601d-4544-8551-437b439d34a1" providerId="ADAL" clId="{32F896F0-EBDF-42FB-9E26-46926B3AD722}" dt="2026-08-27T12:51:57.905" v="562" actId="27636"/>
        <pc:sldMkLst>
          <pc:docMk/>
          <pc:sldMk cId="4277902413" sldId="309"/>
        </pc:sldMkLst>
        <pc:spChg chg="del mod ord">
          <ac:chgData name="Nguyễn Hồng Quân" userId="5de657db-601d-4544-8551-437b439d34a1" providerId="ADAL" clId="{32F896F0-EBDF-42FB-9E26-46926B3AD722}" dt="2026-08-27T12:51:44.025" v="556" actId="700"/>
          <ac:spMkLst>
            <pc:docMk/>
            <pc:sldMk cId="4277902413" sldId="309"/>
            <ac:spMk id="2" creationId="{E7301F17-84D1-4A43-A1D1-8EB8E604238F}"/>
          </ac:spMkLst>
        </pc:spChg>
        <pc:spChg chg="del mod ord">
          <ac:chgData name="Nguyễn Hồng Quân" userId="5de657db-601d-4544-8551-437b439d34a1" providerId="ADAL" clId="{32F896F0-EBDF-42FB-9E26-46926B3AD722}" dt="2026-08-27T12:51:44.025" v="556" actId="700"/>
          <ac:spMkLst>
            <pc:docMk/>
            <pc:sldMk cId="4277902413" sldId="309"/>
            <ac:spMk id="3" creationId="{1E5E48F3-C2CE-445B-BF35-FA94F3DA8963}"/>
          </ac:spMkLst>
        </pc:spChg>
        <pc:spChg chg="add mod ord">
          <ac:chgData name="Nguyễn Hồng Quân" userId="5de657db-601d-4544-8551-437b439d34a1" providerId="ADAL" clId="{32F896F0-EBDF-42FB-9E26-46926B3AD722}" dt="2026-08-27T12:51:57.905" v="562" actId="27636"/>
          <ac:spMkLst>
            <pc:docMk/>
            <pc:sldMk cId="4277902413" sldId="309"/>
            <ac:spMk id="4" creationId="{E2262B99-D76A-4815-B321-4AEBBAB4EEB4}"/>
          </ac:spMkLst>
        </pc:spChg>
        <pc:spChg chg="add mod ord">
          <ac:chgData name="Nguyễn Hồng Quân" userId="5de657db-601d-4544-8551-437b439d34a1" providerId="ADAL" clId="{32F896F0-EBDF-42FB-9E26-46926B3AD722}" dt="2026-08-27T12:51:44.025" v="556" actId="700"/>
          <ac:spMkLst>
            <pc:docMk/>
            <pc:sldMk cId="4277902413" sldId="309"/>
            <ac:spMk id="5" creationId="{ED8302D3-8C58-4243-8896-B9AD48BA0253}"/>
          </ac:spMkLst>
        </pc:spChg>
      </pc:sldChg>
      <pc:sldChg chg="addSp delSp modSp new mod modClrScheme chgLayout">
        <pc:chgData name="Nguyễn Hồng Quân" userId="5de657db-601d-4544-8551-437b439d34a1" providerId="ADAL" clId="{32F896F0-EBDF-42FB-9E26-46926B3AD722}" dt="2026-08-27T12:52:15.296" v="568" actId="700"/>
        <pc:sldMkLst>
          <pc:docMk/>
          <pc:sldMk cId="1702919470" sldId="310"/>
        </pc:sldMkLst>
        <pc:spChg chg="del mod ord">
          <ac:chgData name="Nguyễn Hồng Quân" userId="5de657db-601d-4544-8551-437b439d34a1" providerId="ADAL" clId="{32F896F0-EBDF-42FB-9E26-46926B3AD722}" dt="2026-08-27T12:52:15.296" v="568" actId="700"/>
          <ac:spMkLst>
            <pc:docMk/>
            <pc:sldMk cId="1702919470" sldId="310"/>
            <ac:spMk id="2" creationId="{123830B1-95A9-4B5C-B82D-E752A27DD2F1}"/>
          </ac:spMkLst>
        </pc:spChg>
        <pc:spChg chg="del mod ord">
          <ac:chgData name="Nguyễn Hồng Quân" userId="5de657db-601d-4544-8551-437b439d34a1" providerId="ADAL" clId="{32F896F0-EBDF-42FB-9E26-46926B3AD722}" dt="2026-08-27T12:52:15.296" v="568" actId="700"/>
          <ac:spMkLst>
            <pc:docMk/>
            <pc:sldMk cId="1702919470" sldId="310"/>
            <ac:spMk id="3" creationId="{6A48CCA9-40DC-481B-B7FF-1E88F8D87D55}"/>
          </ac:spMkLst>
        </pc:spChg>
        <pc:spChg chg="add mod ord">
          <ac:chgData name="Nguyễn Hồng Quân" userId="5de657db-601d-4544-8551-437b439d34a1" providerId="ADAL" clId="{32F896F0-EBDF-42FB-9E26-46926B3AD722}" dt="2026-08-27T12:52:15.296" v="568" actId="700"/>
          <ac:spMkLst>
            <pc:docMk/>
            <pc:sldMk cId="1702919470" sldId="310"/>
            <ac:spMk id="4" creationId="{777C1283-BBDD-4A4B-83D2-99E429BE4346}"/>
          </ac:spMkLst>
        </pc:spChg>
        <pc:spChg chg="add mod ord">
          <ac:chgData name="Nguyễn Hồng Quân" userId="5de657db-601d-4544-8551-437b439d34a1" providerId="ADAL" clId="{32F896F0-EBDF-42FB-9E26-46926B3AD722}" dt="2026-08-27T12:52:15.296" v="568" actId="700"/>
          <ac:spMkLst>
            <pc:docMk/>
            <pc:sldMk cId="1702919470" sldId="310"/>
            <ac:spMk id="5" creationId="{E0C69275-9296-4AD9-871E-D8CCB2ED1B07}"/>
          </ac:spMkLst>
        </pc:spChg>
      </pc:sldChg>
      <pc:sldChg chg="addSp delSp modSp new mod modClrScheme chgLayout">
        <pc:chgData name="Nguyễn Hồng Quân" userId="5de657db-601d-4544-8551-437b439d34a1" providerId="ADAL" clId="{32F896F0-EBDF-42FB-9E26-46926B3AD722}" dt="2026-08-27T12:53:18.647" v="697" actId="700"/>
        <pc:sldMkLst>
          <pc:docMk/>
          <pc:sldMk cId="3661087194" sldId="311"/>
        </pc:sldMkLst>
        <pc:spChg chg="del mod ord">
          <ac:chgData name="Nguyễn Hồng Quân" userId="5de657db-601d-4544-8551-437b439d34a1" providerId="ADAL" clId="{32F896F0-EBDF-42FB-9E26-46926B3AD722}" dt="2026-08-27T12:53:18.647" v="697" actId="700"/>
          <ac:spMkLst>
            <pc:docMk/>
            <pc:sldMk cId="3661087194" sldId="311"/>
            <ac:spMk id="2" creationId="{967E9EB9-9BA7-4DBD-BF94-177946E975B2}"/>
          </ac:spMkLst>
        </pc:spChg>
        <pc:spChg chg="del mod ord">
          <ac:chgData name="Nguyễn Hồng Quân" userId="5de657db-601d-4544-8551-437b439d34a1" providerId="ADAL" clId="{32F896F0-EBDF-42FB-9E26-46926B3AD722}" dt="2026-08-27T12:53:18.647" v="697" actId="700"/>
          <ac:spMkLst>
            <pc:docMk/>
            <pc:sldMk cId="3661087194" sldId="311"/>
            <ac:spMk id="3" creationId="{F8E9A428-E074-4F0A-8BE6-E2922C3D6369}"/>
          </ac:spMkLst>
        </pc:spChg>
        <pc:spChg chg="add mod ord">
          <ac:chgData name="Nguyễn Hồng Quân" userId="5de657db-601d-4544-8551-437b439d34a1" providerId="ADAL" clId="{32F896F0-EBDF-42FB-9E26-46926B3AD722}" dt="2026-08-27T12:53:18.647" v="697" actId="700"/>
          <ac:spMkLst>
            <pc:docMk/>
            <pc:sldMk cId="3661087194" sldId="311"/>
            <ac:spMk id="4" creationId="{7F4D99CB-0342-491F-A307-8D1925F1FCC0}"/>
          </ac:spMkLst>
        </pc:spChg>
        <pc:spChg chg="add mod ord">
          <ac:chgData name="Nguyễn Hồng Quân" userId="5de657db-601d-4544-8551-437b439d34a1" providerId="ADAL" clId="{32F896F0-EBDF-42FB-9E26-46926B3AD722}" dt="2026-08-27T12:53:18.647" v="697" actId="700"/>
          <ac:spMkLst>
            <pc:docMk/>
            <pc:sldMk cId="3661087194" sldId="311"/>
            <ac:spMk id="5" creationId="{7217D990-EC5B-4A54-A5E8-C673BAC37A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EBEB-0969-A25E-3080-C0ED7342A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1111" y="2444620"/>
            <a:ext cx="8680984" cy="2029667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21D9E-FC78-B45B-161C-4AA450294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1111" y="4860032"/>
            <a:ext cx="7772399" cy="144133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E4068B-965C-452D-AEFE-D6F6BCDA00EA}"/>
              </a:ext>
            </a:extLst>
          </p:cNvPr>
          <p:cNvCxnSpPr/>
          <p:nvPr/>
        </p:nvCxnSpPr>
        <p:spPr>
          <a:xfrm>
            <a:off x="3051111" y="4584700"/>
            <a:ext cx="8680984" cy="0"/>
          </a:xfrm>
          <a:prstGeom prst="line">
            <a:avLst/>
          </a:prstGeom>
          <a:ln w="47625">
            <a:solidFill>
              <a:srgbClr val="F7B75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Half Frame 4">
            <a:extLst>
              <a:ext uri="{FF2B5EF4-FFF2-40B4-BE49-F238E27FC236}">
                <a16:creationId xmlns:a16="http://schemas.microsoft.com/office/drawing/2014/main" id="{D41F3E50-FCBD-4FD9-A96D-477A3285597B}"/>
              </a:ext>
            </a:extLst>
          </p:cNvPr>
          <p:cNvSpPr/>
          <p:nvPr userDrawn="1"/>
        </p:nvSpPr>
        <p:spPr>
          <a:xfrm>
            <a:off x="3045295" y="4609322"/>
            <a:ext cx="8686799" cy="239785"/>
          </a:xfrm>
          <a:prstGeom prst="halfFra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197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9378-7928-5338-FE0D-A30E92E0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336"/>
            <a:ext cx="11008807" cy="610701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766D6-7EB9-8C98-7C6F-AD4E09FB5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5720"/>
            <a:ext cx="11008807" cy="5191230"/>
          </a:xfrm>
        </p:spPr>
        <p:txBody>
          <a:bodyPr/>
          <a:lstStyle>
            <a:lvl1pPr marL="228600" indent="-2286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  <a:defRPr sz="3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  <a:defRPr sz="27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buClr>
                <a:schemeClr val="accent1">
                  <a:lumMod val="50000"/>
                </a:schemeClr>
              </a:buClr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B010A-678A-4078-620E-3AB8B455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49930" y="6422538"/>
            <a:ext cx="1557495" cy="365125"/>
          </a:xfrm>
        </p:spPr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D6D9D-E0C2-194E-7BD2-69ACDA07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69378" y="6422539"/>
            <a:ext cx="5522424" cy="365125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23D0B-34EF-0996-BBAF-BAF9F14E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2074" y="6422539"/>
            <a:ext cx="1024933" cy="365125"/>
          </a:xfrm>
        </p:spPr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C159AB-4E0C-4BC0-802A-C53C1F14C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4" y="5927325"/>
            <a:ext cx="781050" cy="7810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AC3D6C-5272-4FCF-A408-737D8789E51A}"/>
              </a:ext>
            </a:extLst>
          </p:cNvPr>
          <p:cNvSpPr txBox="1"/>
          <p:nvPr/>
        </p:nvSpPr>
        <p:spPr>
          <a:xfrm>
            <a:off x="838201" y="6116928"/>
            <a:ext cx="2200274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TRƯỜNG ĐHCN VIỆT – HUNG</a:t>
            </a:r>
          </a:p>
          <a:p>
            <a:pPr algn="l"/>
            <a:r>
              <a:rPr lang="en-US" sz="1050" b="0" dirty="0"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111FDC-A44A-4D15-B2B7-441B63D947F0}"/>
              </a:ext>
            </a:extLst>
          </p:cNvPr>
          <p:cNvCxnSpPr>
            <a:cxnSpLocks/>
          </p:cNvCxnSpPr>
          <p:nvPr/>
        </p:nvCxnSpPr>
        <p:spPr>
          <a:xfrm>
            <a:off x="838200" y="760845"/>
            <a:ext cx="11008807" cy="0"/>
          </a:xfrm>
          <a:prstGeom prst="line">
            <a:avLst/>
          </a:prstGeom>
          <a:ln w="47625">
            <a:solidFill>
              <a:srgbClr val="F7B75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63279C-13F5-4E3C-B708-5FD73BCA62E0}"/>
              </a:ext>
            </a:extLst>
          </p:cNvPr>
          <p:cNvCxnSpPr>
            <a:cxnSpLocks/>
          </p:cNvCxnSpPr>
          <p:nvPr/>
        </p:nvCxnSpPr>
        <p:spPr>
          <a:xfrm>
            <a:off x="3219450" y="6320830"/>
            <a:ext cx="8640734" cy="0"/>
          </a:xfrm>
          <a:prstGeom prst="line">
            <a:avLst/>
          </a:prstGeom>
          <a:ln w="47625">
            <a:solidFill>
              <a:srgbClr val="F7B75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10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0668-45F7-9477-015F-DBF4A2BC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7932"/>
            <a:ext cx="7272808" cy="2087216"/>
          </a:xfrm>
        </p:spPr>
        <p:txBody>
          <a:bodyPr anchor="b">
            <a:normAutofit/>
          </a:bodyPr>
          <a:lstStyle>
            <a:lvl1pPr>
              <a:defRPr sz="4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58F3E-F6C5-7206-824E-AA3A95A4F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408" y="3197561"/>
            <a:ext cx="7272808" cy="3399791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6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EDD2FF-DED4-4E60-9EA6-18134E7BCD13}"/>
              </a:ext>
            </a:extLst>
          </p:cNvPr>
          <p:cNvCxnSpPr>
            <a:cxnSpLocks/>
          </p:cNvCxnSpPr>
          <p:nvPr/>
        </p:nvCxnSpPr>
        <p:spPr>
          <a:xfrm>
            <a:off x="767408" y="2780838"/>
            <a:ext cx="7272808" cy="0"/>
          </a:xfrm>
          <a:prstGeom prst="line">
            <a:avLst/>
          </a:prstGeom>
          <a:ln w="47625">
            <a:solidFill>
              <a:srgbClr val="F7B75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53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152F-D4CD-79F1-790A-E0E27D23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4F3D1-7BA8-85EB-58A6-CD81E7B5D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7D71C-4510-3462-286E-572D38880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08144-5496-CF94-EA71-41573613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D7191-E748-54F2-4D3F-0C481812F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7DF99-8A15-5189-6DC3-A91B3918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16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BCA1-BD84-2C7C-F9D6-3830A2CBC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44624"/>
            <a:ext cx="11162456" cy="62371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89A0-18F1-7C47-2E1E-30E12C6C4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876896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6891-E4AD-85D7-1628-5D6789061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67494"/>
            <a:ext cx="5157787" cy="4322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20BC7-451A-7ABA-748D-77F143651C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396" y="87689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6FE71-FD31-6CAB-D845-9643CBFBF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67496"/>
            <a:ext cx="5183188" cy="4322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C4489-0AED-E4A4-A89A-9D3403C1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91744" y="6394450"/>
            <a:ext cx="1368152" cy="365125"/>
          </a:xfrm>
        </p:spPr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89D32-EB02-2C3C-2E4A-C4BABF44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75920" y="6403975"/>
            <a:ext cx="4518379" cy="365125"/>
          </a:xfrm>
        </p:spPr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76B6F6-AEBE-9D12-A686-62F0AC23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8448" y="6394450"/>
            <a:ext cx="1225352" cy="365125"/>
          </a:xfrm>
        </p:spPr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7BFE55-F477-499B-BA6F-F40E3DCDC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4" y="5965425"/>
            <a:ext cx="781050" cy="7810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36C6E0-BB66-464A-9348-BF02519EB06E}"/>
              </a:ext>
            </a:extLst>
          </p:cNvPr>
          <p:cNvSpPr txBox="1"/>
          <p:nvPr/>
        </p:nvSpPr>
        <p:spPr>
          <a:xfrm>
            <a:off x="838201" y="6155028"/>
            <a:ext cx="2453640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TRƯỜNG ĐHCN VIỆT – HUNG</a:t>
            </a:r>
          </a:p>
          <a:p>
            <a:pPr algn="ctr"/>
            <a:r>
              <a:rPr lang="en-US" sz="1050" b="0" dirty="0"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0BDCB8-E79C-4EF3-A6DB-78F45B7DBA6B}"/>
              </a:ext>
            </a:extLst>
          </p:cNvPr>
          <p:cNvCxnSpPr>
            <a:cxnSpLocks/>
          </p:cNvCxnSpPr>
          <p:nvPr/>
        </p:nvCxnSpPr>
        <p:spPr>
          <a:xfrm>
            <a:off x="3383280" y="6320830"/>
            <a:ext cx="7969304" cy="0"/>
          </a:xfrm>
          <a:prstGeom prst="line">
            <a:avLst/>
          </a:prstGeom>
          <a:ln w="47625">
            <a:solidFill>
              <a:srgbClr val="F7B75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877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6E66-319A-1215-98E1-7A351E80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A1B2C-1541-DEB5-E1B4-B14200E5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2EC3-2CD7-DEA3-C993-12C341F7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1668F-33B3-94B6-8F5E-4967B0A7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1949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E272D4-BA3A-051A-6B42-3E5F9A8B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2867C-A7E1-4D4C-E4FD-211B38C00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F940F-130F-AB61-2F0A-98015CB1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9418018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EEB6-60B5-880A-83DA-312666570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203F7-BF9B-6A79-2933-5D00C8548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D3BA-A837-C6E6-B90D-190F4CEF0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11A1C-7032-FE2B-3E4D-54119746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BB6C3-25B9-4CA2-6931-78C5C3D9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62A3E-5B18-28D8-5707-3F6181A1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662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C01D-BC44-1F5E-54E5-BDFA2E390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DB936-0EC5-BCB2-948D-5AD7241B9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7D352-4D42-C232-1035-ACA06D992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953CA-88AB-8967-738C-BB2FA5F5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3E5F1-A966-40AD-3397-9EC6F017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F2A41-64ED-D63D-2495-81487E86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58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AD81-8805-407D-1A1F-D1B49636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8FC8A-8A1F-5FA0-9980-B8E168B49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FE935-E6BB-4A36-95EE-27B97DDE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BDEA9-8A30-13D3-03E3-525ABA82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27FA8-0B21-5D02-0BDF-ABF3F6F7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152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767EB-517D-29F1-7DB7-BEF56825B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DE87C-C932-A712-04A1-E6E4DE51A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8FC9-7303-3F78-729C-91E25F5B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FDF57-B34F-117A-A3FE-6D1F77841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16E8E-CBFB-C6D5-B463-3201E0B8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037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15A2D-757E-15B9-013E-DA9A6491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86FCD-022D-7575-8DDF-93DBD787B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57A0A-D05D-C643-932D-283F053DC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2F6FA-1E37-4420-AED0-A0FF255AAF4F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8A4F6-B6DE-8621-044A-924B4B1C1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D2299-26A4-0C87-B6B2-FA2ABE44F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90AC4-89D3-4189-9A4F-940BB31DDE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9462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A9BA-6CE2-6329-D776-AC4A31BBD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2450" y="2425959"/>
            <a:ext cx="8864082" cy="2048328"/>
          </a:xfrm>
        </p:spPr>
        <p:txBody>
          <a:bodyPr>
            <a:normAutofit/>
          </a:bodyPr>
          <a:lstStyle/>
          <a:p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ĐATN (</a:t>
            </a:r>
            <a:r>
              <a:rPr lang="en-US" dirty="0" err="1"/>
              <a:t>lần</a:t>
            </a:r>
            <a:r>
              <a:rPr lang="en-US" dirty="0"/>
              <a:t> 1)</a:t>
            </a:r>
            <a:br>
              <a:rPr lang="vi-VN" dirty="0"/>
            </a:br>
            <a:r>
              <a:rPr lang="en-US" dirty="0"/>
              <a:t>[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]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F3F36-DC4B-B17C-B33E-038309D4B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:</a:t>
            </a:r>
            <a:r>
              <a:rPr lang="en-US" dirty="0"/>
              <a:t> Lê Phi </a:t>
            </a:r>
            <a:r>
              <a:rPr lang="en-US" dirty="0" err="1"/>
              <a:t>Hùng</a:t>
            </a:r>
            <a:r>
              <a:rPr lang="en-US" dirty="0"/>
              <a:t> - 2100996</a:t>
            </a:r>
          </a:p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7288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607FF-A1F5-C829-18B7-E36D4469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0EE7-3189-C404-DEF9-90C955DD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chính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80091-A4DB-2604-817B-23A24698F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5720"/>
            <a:ext cx="11082556" cy="5191230"/>
          </a:xfrm>
        </p:spPr>
        <p:txBody>
          <a:bodyPr>
            <a:normAutofit/>
          </a:bodyPr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họp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(2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2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)</a:t>
            </a:r>
            <a:endParaRPr lang="vi-VN" dirty="0"/>
          </a:p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(</a:t>
            </a:r>
            <a:r>
              <a:rPr lang="en-US" dirty="0" err="1"/>
              <a:t>trong</a:t>
            </a:r>
            <a:r>
              <a:rPr lang="en-US" dirty="0"/>
              <a:t> 2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)</a:t>
            </a:r>
            <a:endParaRPr lang="vi-VN" dirty="0"/>
          </a:p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(Cho 2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3097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262B99-D76A-4815-B321-4AEBBAB4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họp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(2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2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302D3-8C58-4243-8896-B9AD48BA0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0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1283-BBDD-4A4B-83D2-99E429BE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C69275-9296-4AD9-871E-D8CCB2ED1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19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2D10-17E1-0E7B-9344-6849D884A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D588-14ED-4EFF-7E2C-2C2A43AF8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dirty="0"/>
              <a:t>Các </a:t>
            </a:r>
            <a:r>
              <a:rPr lang="en-US" sz="5000" dirty="0" err="1"/>
              <a:t>nội</a:t>
            </a:r>
            <a:r>
              <a:rPr lang="en-US" sz="5000" dirty="0"/>
              <a:t> dung </a:t>
            </a:r>
            <a:r>
              <a:rPr lang="en-US" sz="5000" dirty="0" err="1"/>
              <a:t>thực</a:t>
            </a:r>
            <a:r>
              <a:rPr lang="en-US" sz="5000" dirty="0"/>
              <a:t> </a:t>
            </a:r>
            <a:r>
              <a:rPr lang="en-US" sz="5000" dirty="0" err="1"/>
              <a:t>hiện</a:t>
            </a:r>
            <a:r>
              <a:rPr lang="en-US" sz="5000" dirty="0"/>
              <a:t> </a:t>
            </a:r>
            <a:r>
              <a:rPr lang="en-US" sz="5000" dirty="0" err="1"/>
              <a:t>vè</a:t>
            </a:r>
            <a:r>
              <a:rPr lang="en-US" sz="5000" dirty="0"/>
              <a:t> </a:t>
            </a:r>
            <a:r>
              <a:rPr lang="en-US" sz="5000" dirty="0" err="1"/>
              <a:t>kết</a:t>
            </a:r>
            <a:r>
              <a:rPr lang="en-US" sz="5000" dirty="0"/>
              <a:t> </a:t>
            </a:r>
            <a:r>
              <a:rPr lang="en-US" sz="5000" dirty="0" err="1"/>
              <a:t>quả</a:t>
            </a:r>
            <a:endParaRPr lang="vi-VN" sz="5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3AB9D-8A53-40F7-BE83-61E1A2D58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7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FF7C-C4C5-340D-2EA3-214C4C95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85DD-7A2B-05DC-1B7F-6A70F7BE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749" y="128887"/>
            <a:ext cx="11008807" cy="610701"/>
          </a:xfrm>
        </p:spPr>
        <p:txBody>
          <a:bodyPr>
            <a:no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3C53E-0712-6B86-4E6A-4DC0492CE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900669"/>
            <a:ext cx="12129247" cy="595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2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5931-5940-8E22-160A-D7365C88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D3F5-A424-F9EB-B4F4-79456009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749" y="128887"/>
            <a:ext cx="11008807" cy="610701"/>
          </a:xfrm>
        </p:spPr>
        <p:txBody>
          <a:bodyPr>
            <a:noAutofit/>
          </a:bodyPr>
          <a:lstStyle/>
          <a:p>
            <a:r>
              <a:rPr lang="en-US" dirty="0"/>
              <a:t>Modul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tiện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FB31E-57AF-199D-6903-DA91AFE70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5720"/>
            <a:ext cx="11082556" cy="5191230"/>
          </a:xfrm>
        </p:spPr>
        <p:txBody>
          <a:bodyPr>
            <a:normAutofit/>
          </a:bodyPr>
          <a:lstStyle/>
          <a:p>
            <a:r>
              <a:rPr lang="vi-VN" dirty="0"/>
              <a:t>Thu nhận dữ liệu huấn luyện mô hình</a:t>
            </a:r>
          </a:p>
          <a:p>
            <a:pPr lvl="1"/>
            <a:r>
              <a:rPr lang="en-US" dirty="0"/>
              <a:t>Video </a:t>
            </a:r>
            <a:r>
              <a:rPr lang="en-US" dirty="0" err="1"/>
              <a:t>với</a:t>
            </a:r>
            <a:r>
              <a:rPr lang="en-US" dirty="0"/>
              <a:t> 5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trường</a:t>
            </a:r>
            <a:endParaRPr lang="vi-VN" dirty="0"/>
          </a:p>
          <a:p>
            <a:pPr lvl="2"/>
            <a:r>
              <a:rPr lang="en-US" dirty="0"/>
              <a:t>Xe </a:t>
            </a:r>
            <a:r>
              <a:rPr lang="en-US" dirty="0" err="1"/>
              <a:t>máy</a:t>
            </a:r>
            <a:r>
              <a:rPr lang="vi-VN" dirty="0"/>
              <a:t>: </a:t>
            </a:r>
            <a:r>
              <a:rPr lang="en-US" dirty="0"/>
              <a:t>120 </a:t>
            </a:r>
            <a:r>
              <a:rPr lang="en-US" dirty="0" err="1"/>
              <a:t>xe</a:t>
            </a:r>
            <a:endParaRPr lang="en-US" dirty="0"/>
          </a:p>
          <a:p>
            <a:pPr lvl="2"/>
            <a:r>
              <a:rPr lang="en-US" dirty="0"/>
              <a:t>Oto</a:t>
            </a:r>
            <a:r>
              <a:rPr lang="vi-VN" dirty="0"/>
              <a:t>: </a:t>
            </a:r>
            <a:r>
              <a:rPr lang="en-US" dirty="0"/>
              <a:t>24</a:t>
            </a:r>
            <a:r>
              <a:rPr lang="vi-VN" dirty="0"/>
              <a:t> </a:t>
            </a:r>
            <a:r>
              <a:rPr lang="en-US" dirty="0" err="1"/>
              <a:t>xe</a:t>
            </a:r>
            <a:endParaRPr lang="en-US" dirty="0"/>
          </a:p>
          <a:p>
            <a:pPr lvl="2"/>
            <a:r>
              <a:rPr lang="en-US" dirty="0"/>
              <a:t>Xe </a:t>
            </a:r>
            <a:r>
              <a:rPr lang="en-US" dirty="0" err="1"/>
              <a:t>điện</a:t>
            </a:r>
            <a:r>
              <a:rPr lang="vi-VN" dirty="0"/>
              <a:t>: </a:t>
            </a:r>
            <a:r>
              <a:rPr lang="en-US" dirty="0"/>
              <a:t>5</a:t>
            </a:r>
            <a:r>
              <a:rPr lang="vi-VN" dirty="0"/>
              <a:t> </a:t>
            </a:r>
            <a:r>
              <a:rPr lang="en-US" dirty="0" err="1"/>
              <a:t>xe</a:t>
            </a:r>
            <a:endParaRPr lang="vi-VN" dirty="0"/>
          </a:p>
          <a:p>
            <a:pPr lvl="2"/>
            <a:r>
              <a:rPr lang="en-US" dirty="0"/>
              <a:t>Xe </a:t>
            </a:r>
            <a:r>
              <a:rPr lang="en-US" dirty="0" err="1"/>
              <a:t>đạp</a:t>
            </a:r>
            <a:r>
              <a:rPr lang="vi-VN" dirty="0"/>
              <a:t>: </a:t>
            </a:r>
            <a:r>
              <a:rPr lang="en-US" dirty="0"/>
              <a:t>2</a:t>
            </a:r>
            <a:r>
              <a:rPr lang="vi-VN" dirty="0"/>
              <a:t> </a:t>
            </a:r>
            <a:r>
              <a:rPr lang="en-US" dirty="0" err="1"/>
              <a:t>xe</a:t>
            </a:r>
            <a:endParaRPr lang="vi-VN" dirty="0"/>
          </a:p>
          <a:p>
            <a:pPr lvl="2"/>
            <a:r>
              <a:rPr lang="en-US" dirty="0"/>
              <a:t>Con </a:t>
            </a:r>
            <a:r>
              <a:rPr lang="en-US" dirty="0" err="1"/>
              <a:t>người</a:t>
            </a:r>
            <a:r>
              <a:rPr lang="vi-VN" dirty="0"/>
              <a:t>: </a:t>
            </a:r>
            <a:r>
              <a:rPr lang="en-US" dirty="0"/>
              <a:t>67</a:t>
            </a:r>
            <a:r>
              <a:rPr lang="vi-VN" dirty="0"/>
              <a:t> </a:t>
            </a:r>
            <a:r>
              <a:rPr lang="en-US" dirty="0" err="1"/>
              <a:t>người</a:t>
            </a:r>
            <a:endParaRPr lang="vi-VN" dirty="0"/>
          </a:p>
          <a:p>
            <a:pPr lvl="1"/>
            <a:r>
              <a:rPr lang="vi-VN" dirty="0"/>
              <a:t>Dữ liệu được thu nhận trong các điều kiện:</a:t>
            </a:r>
          </a:p>
          <a:p>
            <a:pPr lvl="2"/>
            <a:r>
              <a:rPr lang="vi-VN" dirty="0"/>
              <a:t>Ánh sáng khác nhau như</a:t>
            </a:r>
            <a:r>
              <a:rPr lang="en-US" dirty="0"/>
              <a:t>: </a:t>
            </a:r>
            <a:r>
              <a:rPr lang="en-US" dirty="0" err="1"/>
              <a:t>Trời</a:t>
            </a:r>
            <a:r>
              <a:rPr lang="en-US" dirty="0"/>
              <a:t> </a:t>
            </a:r>
            <a:r>
              <a:rPr lang="en-US" dirty="0" err="1"/>
              <a:t>nắng</a:t>
            </a:r>
            <a:r>
              <a:rPr lang="en-US" dirty="0"/>
              <a:t>, </a:t>
            </a:r>
            <a:r>
              <a:rPr lang="en-US" dirty="0" err="1"/>
              <a:t>râm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, </a:t>
            </a:r>
            <a:r>
              <a:rPr lang="en-US" dirty="0" err="1"/>
              <a:t>âm</a:t>
            </a:r>
            <a:r>
              <a:rPr lang="en-US" dirty="0"/>
              <a:t> u, </a:t>
            </a:r>
            <a:r>
              <a:rPr lang="en-US" dirty="0" err="1"/>
              <a:t>mưa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Xe di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lvl="2"/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góc</a:t>
            </a:r>
            <a:r>
              <a:rPr lang="en-US" dirty="0"/>
              <a:t> camera</a:t>
            </a:r>
            <a:endParaRPr lang="vi-VN" dirty="0"/>
          </a:p>
          <a:p>
            <a:pPr lvl="2"/>
            <a:r>
              <a:rPr lang="vi-VN" dirty="0"/>
              <a:t>Thu nhận ở các khoảng cách khác nhau: từ </a:t>
            </a:r>
            <a:r>
              <a:rPr lang="en-US" dirty="0"/>
              <a:t>5m</a:t>
            </a:r>
            <a:r>
              <a:rPr lang="vi-VN" dirty="0"/>
              <a:t> đến </a:t>
            </a:r>
            <a:r>
              <a:rPr lang="en-US" dirty="0"/>
              <a:t>20</a:t>
            </a:r>
            <a:r>
              <a:rPr lang="vi-VN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01515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C98E-FB73-8315-B5A3-04461DE6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B518-FDF0-0143-0B44-CE49ACAD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749" y="128887"/>
            <a:ext cx="11008807" cy="610701"/>
          </a:xfrm>
        </p:spPr>
        <p:txBody>
          <a:bodyPr>
            <a:noAutofit/>
          </a:bodyPr>
          <a:lstStyle/>
          <a:p>
            <a:r>
              <a:rPr lang="en-US" dirty="0"/>
              <a:t>Modul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tiện</a:t>
            </a:r>
            <a:endParaRPr lang="vi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E42350-9A5E-6B36-5C2C-B29E678F92D4}"/>
              </a:ext>
            </a:extLst>
          </p:cNvPr>
          <p:cNvSpPr txBox="1"/>
          <p:nvPr/>
        </p:nvSpPr>
        <p:spPr>
          <a:xfrm>
            <a:off x="4150585" y="8246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Hiệu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6386CEB-3F34-C3FB-2246-D06058B08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477120"/>
              </p:ext>
            </p:extLst>
          </p:nvPr>
        </p:nvGraphicFramePr>
        <p:xfrm>
          <a:off x="1333515" y="1286300"/>
          <a:ext cx="9811842" cy="47049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27615">
                  <a:extLst>
                    <a:ext uri="{9D8B030D-6E8A-4147-A177-3AD203B41FA5}">
                      <a16:colId xmlns:a16="http://schemas.microsoft.com/office/drawing/2014/main" val="3406096893"/>
                    </a:ext>
                  </a:extLst>
                </a:gridCol>
                <a:gridCol w="1577788">
                  <a:extLst>
                    <a:ext uri="{9D8B030D-6E8A-4147-A177-3AD203B41FA5}">
                      <a16:colId xmlns:a16="http://schemas.microsoft.com/office/drawing/2014/main" val="536425004"/>
                    </a:ext>
                  </a:extLst>
                </a:gridCol>
                <a:gridCol w="1308847">
                  <a:extLst>
                    <a:ext uri="{9D8B030D-6E8A-4147-A177-3AD203B41FA5}">
                      <a16:colId xmlns:a16="http://schemas.microsoft.com/office/drawing/2014/main" val="1200732035"/>
                    </a:ext>
                  </a:extLst>
                </a:gridCol>
                <a:gridCol w="1246094">
                  <a:extLst>
                    <a:ext uri="{9D8B030D-6E8A-4147-A177-3AD203B41FA5}">
                      <a16:colId xmlns:a16="http://schemas.microsoft.com/office/drawing/2014/main" val="4079125487"/>
                    </a:ext>
                  </a:extLst>
                </a:gridCol>
                <a:gridCol w="1057835">
                  <a:extLst>
                    <a:ext uri="{9D8B030D-6E8A-4147-A177-3AD203B41FA5}">
                      <a16:colId xmlns:a16="http://schemas.microsoft.com/office/drawing/2014/main" val="1222813862"/>
                    </a:ext>
                  </a:extLst>
                </a:gridCol>
                <a:gridCol w="3193663">
                  <a:extLst>
                    <a:ext uri="{9D8B030D-6E8A-4147-A177-3AD203B41FA5}">
                      <a16:colId xmlns:a16="http://schemas.microsoft.com/office/drawing/2014/main" val="1942725326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lớp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(P)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(R)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mAP@50–95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 xét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410078258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motorbike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0.974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0.927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0.976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0.648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 hình nhận diện xe máy cực kỳ tốt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774293939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</a:t>
                      </a:r>
                    </a:p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_vehicle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0.612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thấp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ít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ảnh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462762423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0.907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0.876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 diện ổn định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111419268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bicycle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Hiệu suất cao nhưng cần thêm dữ liệu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924422028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gần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tuyệt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rất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810904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119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1287-A841-20BF-E5B6-4A24D195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F136117-5C4D-6065-8CD8-E3307F07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dirty="0" err="1"/>
              <a:t>Kế</a:t>
            </a:r>
            <a:r>
              <a:rPr lang="en-US" sz="5000" dirty="0"/>
              <a:t> </a:t>
            </a:r>
            <a:r>
              <a:rPr lang="en-US" sz="5000" dirty="0" err="1"/>
              <a:t>hoạch</a:t>
            </a:r>
            <a:r>
              <a:rPr lang="en-US" sz="5000" dirty="0"/>
              <a:t> </a:t>
            </a:r>
            <a:r>
              <a:rPr lang="en-US" sz="5000" dirty="0" err="1"/>
              <a:t>công</a:t>
            </a:r>
            <a:r>
              <a:rPr lang="en-US" sz="5000" dirty="0"/>
              <a:t> </a:t>
            </a:r>
            <a:r>
              <a:rPr lang="en-US" sz="5000" dirty="0" err="1"/>
              <a:t>việ</a:t>
            </a:r>
            <a:r>
              <a:rPr lang="en-US" sz="5000" dirty="0"/>
              <a:t> </a:t>
            </a:r>
            <a:r>
              <a:rPr lang="en-US" sz="5000" dirty="0" err="1"/>
              <a:t>tieeeps</a:t>
            </a:r>
            <a:r>
              <a:rPr lang="en-US" sz="5000" dirty="0"/>
              <a:t> </a:t>
            </a:r>
            <a:r>
              <a:rPr lang="en-US" sz="5000" dirty="0" err="1"/>
              <a:t>theo</a:t>
            </a:r>
            <a:endParaRPr lang="en-US" sz="5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52CE92-98EF-4044-A7C5-7245F8B8A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4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4D99CB-0342-491F-A307-8D1925F1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17D990-EC5B-4A54-A5E8-C673BAC37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87194"/>
      </p:ext>
    </p:extLst>
  </p:cSld>
  <p:clrMapOvr>
    <a:masterClrMapping/>
  </p:clrMapOvr>
</p:sld>
</file>

<file path=ppt/theme/theme1.xml><?xml version="1.0" encoding="utf-8"?>
<a:theme xmlns:a="http://schemas.openxmlformats.org/drawingml/2006/main" name="ICTF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TF_Theme" id="{AC3BDF90-52B4-4B47-B9F2-2B84B80A2E73}" vid="{541EE071-3F9A-4BB6-AE38-7CBF59D7DFB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ICTF_Theme</Template>
  <TotalTime>900</TotalTime>
  <Words>326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ICTF_Theme</vt:lpstr>
      <vt:lpstr>Báo cáo tiến độ ĐATN (lần 1) [Tên đề tài]</vt:lpstr>
      <vt:lpstr>Nội dung chính</vt:lpstr>
      <vt:lpstr>Nội dung trình bày trong cuộc họp trước (2 tuần trước, nếu là báo cáo từ lần 2 trở đi)</vt:lpstr>
      <vt:lpstr>PowerPoint Presentation</vt:lpstr>
      <vt:lpstr>Các nội dung thực hiện vè kết quả</vt:lpstr>
      <vt:lpstr>Sơ đồ mô tả luồng xử lý của hệ thống</vt:lpstr>
      <vt:lpstr>Modul giám sát lưu lượng phương tiện</vt:lpstr>
      <vt:lpstr>Modul giám sát lưu lượng phương tiện</vt:lpstr>
      <vt:lpstr>Kế hoạch công việ tieeeps theo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1. TỔNG QUAN LẬP TRÌNH DI ĐỘNG, LẬP TRÌNH FLUTTER</dc:title>
  <dc:creator>Nguyễn Hồng Quân</dc:creator>
  <cp:lastModifiedBy>Hong-Quan Nguyen</cp:lastModifiedBy>
  <cp:revision>30</cp:revision>
  <dcterms:created xsi:type="dcterms:W3CDTF">2023-09-06T15:00:17Z</dcterms:created>
  <dcterms:modified xsi:type="dcterms:W3CDTF">2026-08-27T12:53:24Z</dcterms:modified>
</cp:coreProperties>
</file>